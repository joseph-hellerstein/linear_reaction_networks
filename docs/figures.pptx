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5" r:id="rId3"/>
    <p:sldId id="267" r:id="rId4"/>
    <p:sldId id="268" r:id="rId5"/>
    <p:sldId id="266" r:id="rId6"/>
    <p:sldId id="259" r:id="rId7"/>
    <p:sldId id="263" r:id="rId8"/>
    <p:sldId id="262" r:id="rId9"/>
    <p:sldId id="264" r:id="rId10"/>
    <p:sldId id="258" r:id="rId11"/>
    <p:sldId id="261" r:id="rId12"/>
    <p:sldId id="260" r:id="rId13"/>
    <p:sldId id="25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>
        <p:scale>
          <a:sx n="120" d="100"/>
          <a:sy n="120" d="100"/>
        </p:scale>
        <p:origin x="80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6083A-8BA1-B26B-4CD3-527BC65FD9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BFDC9B-2A2D-0AEA-1375-F0EABD9DF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B4330-0414-89B2-3720-98B080D17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DFA484-1B8A-5C6C-7490-5EE2233CD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3352F9-9C76-D577-B668-7F8B7CC01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0506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3AC32-9954-6BD7-9D86-311CDDB46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A734E-15AC-50B1-B0FE-EB5121FBA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6BE6D1-3BAE-D8FD-7DEF-F7C54DCC7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DD48E-BBD5-CF2F-E6D0-B3B790C12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CA3E88-897E-A893-6D20-E8D6A0280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507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A5B53-EE49-5943-E684-E0A8BC406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41804-A9F5-2A2F-B96C-8AFB37A559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280F6-27FB-2FDE-A0E4-4BC424755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3A5B99-F43E-779B-A614-E31F2EE5F4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BE2E53-2613-E215-221F-2312BB7E3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9028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5A1BC-17F4-0D5A-25E7-0E304DBEB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B8D6B-CB6B-6B26-0FF7-0ED6F4DE85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F71ADC-068B-4281-83E8-96E8A1E4BD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2D8C62-F102-5FB4-D321-211652DD3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A5F378-674F-772A-57D8-052CFABD0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D2954C-061D-57E7-631E-6694FB44A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1745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C514F-7A3C-C8A8-5E6D-7A180F169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1C00F3-525F-79D0-1721-C48DAA776C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3564CE-6956-85CD-34A5-E2C920F0CA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82D6D0-81EF-902C-12E9-C55126D446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D81409-5F4A-6F49-6269-0E579025E3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58BA72-D942-B958-7036-5FFB3BBA3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E96CA1-58D7-4CF9-26C8-B78A89E65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34A0DF-6D8C-71E7-21C5-5E84276B9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704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BAB83-794A-4BE2-0B28-94BE3E13C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98AFC7-5329-186D-4334-C209BEB6A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7756F5-0DAA-7F40-7D91-48A6FFDE1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5057A4-5841-04D1-6516-CA43762DD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63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1F95B4-D750-BC8A-4910-A176B0F21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077086-9E2A-3365-BF5B-902576632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D380C5-C05E-DD0C-E2B0-936DD5C18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6013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26C6C-14D4-CD3E-F204-41E6EF39D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C1A1F-837B-59BE-FAC9-692C7FDE03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096260-89CE-DACB-56A8-90C826D605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A13D7D-EED7-09C9-3483-032838F27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F022E1-8A5E-C608-2535-E5239EAB2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94ABC5-9D3B-587F-8C6C-AAB03CF6D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2366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58B93-59EC-396C-4A37-7FD094EE3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DDCD8D-B3BD-784F-B08B-E3DF250AE6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516374-2ACB-96F0-6A0A-B9D1DE1745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F6F1E-5CF6-CAE9-0FE9-F5D71F81D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03E869-2E6E-3E97-59A6-0BD87D50A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7B5E7-010D-722F-76FE-A3529598A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04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9A578-B406-4455-10E2-A0D0C2F1D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F741F4-427A-8A79-2FBF-E1D949FA08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2AB46-1493-6C99-4759-4EA98D80C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6154B-2C46-5887-37F3-527B4BEA6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12CF6C-7F67-2BBD-F635-B455CCBA2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782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A665C0-5CA9-280B-A5A3-0CBD461028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01D76B-7562-CD66-3FC2-B3B2BB55F2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A5B2AD-8587-0A6C-3C4E-90C0FE82F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03C799-359D-9F99-79D0-FDEDA63B0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C52BF-750F-03EF-7D89-6085A71D7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2923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7E7326-B736-C38C-77EA-3B42E8ADA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807BE6-2D61-DDBE-7E17-30F1B1D40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3A4E45-C6AD-5440-804E-1EB87F04D1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87BF0F-22D5-0B4D-84CF-17DF525CE877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1FD117-B841-36AC-0E13-90AC5EE813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ED2433-6F98-FE06-B8AB-FA724D2AB2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ABFEC3-7D03-4247-B362-5FB0CBAF2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89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2.png"/><Relationship Id="rId5" Type="http://schemas.openxmlformats.org/officeDocument/2006/relationships/image" Target="../media/image4.pn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12" Type="http://schemas.openxmlformats.org/officeDocument/2006/relationships/image" Target="../media/image26.png"/><Relationship Id="rId17" Type="http://schemas.openxmlformats.org/officeDocument/2006/relationships/image" Target="../media/image30.png"/><Relationship Id="rId2" Type="http://schemas.openxmlformats.org/officeDocument/2006/relationships/image" Target="../media/image1.png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5.png"/><Relationship Id="rId5" Type="http://schemas.openxmlformats.org/officeDocument/2006/relationships/image" Target="../media/image4.png"/><Relationship Id="rId15" Type="http://schemas.openxmlformats.org/officeDocument/2006/relationships/image" Target="../media/image18.png"/><Relationship Id="rId10" Type="http://schemas.openxmlformats.org/officeDocument/2006/relationships/image" Target="../media/image24.png"/><Relationship Id="rId4" Type="http://schemas.openxmlformats.org/officeDocument/2006/relationships/image" Target="../media/image3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13" Type="http://schemas.openxmlformats.org/officeDocument/2006/relationships/image" Target="../media/image120.png"/><Relationship Id="rId3" Type="http://schemas.openxmlformats.org/officeDocument/2006/relationships/image" Target="../media/image211.png"/><Relationship Id="rId7" Type="http://schemas.openxmlformats.org/officeDocument/2006/relationships/image" Target="../media/image60.png"/><Relationship Id="rId12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10.png"/><Relationship Id="rId11" Type="http://schemas.openxmlformats.org/officeDocument/2006/relationships/image" Target="../media/image100.png"/><Relationship Id="rId5" Type="http://schemas.openxmlformats.org/officeDocument/2006/relationships/image" Target="../media/image410.png"/><Relationship Id="rId15" Type="http://schemas.openxmlformats.org/officeDocument/2006/relationships/image" Target="../media/image140.png"/><Relationship Id="rId10" Type="http://schemas.openxmlformats.org/officeDocument/2006/relationships/image" Target="../media/image90.png"/><Relationship Id="rId4" Type="http://schemas.openxmlformats.org/officeDocument/2006/relationships/image" Target="../media/image311.png"/><Relationship Id="rId9" Type="http://schemas.openxmlformats.org/officeDocument/2006/relationships/image" Target="../media/image80.png"/><Relationship Id="rId14" Type="http://schemas.openxmlformats.org/officeDocument/2006/relationships/image" Target="../media/image1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7" Type="http://schemas.openxmlformats.org/officeDocument/2006/relationships/image" Target="../media/image201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1.png"/><Relationship Id="rId5" Type="http://schemas.openxmlformats.org/officeDocument/2006/relationships/image" Target="../media/image181.png"/><Relationship Id="rId4" Type="http://schemas.openxmlformats.org/officeDocument/2006/relationships/image" Target="../media/image17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26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51.png"/><Relationship Id="rId5" Type="http://schemas.openxmlformats.org/officeDocument/2006/relationships/image" Target="../media/image241.png"/><Relationship Id="rId4" Type="http://schemas.openxmlformats.org/officeDocument/2006/relationships/image" Target="../media/image23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2.png"/><Relationship Id="rId3" Type="http://schemas.openxmlformats.org/officeDocument/2006/relationships/image" Target="../media/image32.png"/><Relationship Id="rId7" Type="http://schemas.openxmlformats.org/officeDocument/2006/relationships/image" Target="../media/image30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271.png"/><Relationship Id="rId9" Type="http://schemas.openxmlformats.org/officeDocument/2006/relationships/image" Target="../media/image3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.png"/><Relationship Id="rId13" Type="http://schemas.openxmlformats.org/officeDocument/2006/relationships/image" Target="../media/image260.png"/><Relationship Id="rId18" Type="http://schemas.openxmlformats.org/officeDocument/2006/relationships/image" Target="../media/image310.png"/><Relationship Id="rId3" Type="http://schemas.openxmlformats.org/officeDocument/2006/relationships/image" Target="../media/image160.png"/><Relationship Id="rId7" Type="http://schemas.openxmlformats.org/officeDocument/2006/relationships/image" Target="../media/image200.png"/><Relationship Id="rId12" Type="http://schemas.openxmlformats.org/officeDocument/2006/relationships/image" Target="../media/image250.png"/><Relationship Id="rId17" Type="http://schemas.openxmlformats.org/officeDocument/2006/relationships/image" Target="../media/image300.png"/><Relationship Id="rId2" Type="http://schemas.openxmlformats.org/officeDocument/2006/relationships/image" Target="../media/image150.png"/><Relationship Id="rId16" Type="http://schemas.openxmlformats.org/officeDocument/2006/relationships/image" Target="../media/image29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0.png"/><Relationship Id="rId11" Type="http://schemas.openxmlformats.org/officeDocument/2006/relationships/image" Target="../media/image240.png"/><Relationship Id="rId5" Type="http://schemas.openxmlformats.org/officeDocument/2006/relationships/image" Target="../media/image180.png"/><Relationship Id="rId15" Type="http://schemas.openxmlformats.org/officeDocument/2006/relationships/image" Target="../media/image280.png"/><Relationship Id="rId10" Type="http://schemas.openxmlformats.org/officeDocument/2006/relationships/image" Target="../media/image230.png"/><Relationship Id="rId4" Type="http://schemas.openxmlformats.org/officeDocument/2006/relationships/image" Target="../media/image170.png"/><Relationship Id="rId9" Type="http://schemas.openxmlformats.org/officeDocument/2006/relationships/image" Target="../media/image220.png"/><Relationship Id="rId14" Type="http://schemas.openxmlformats.org/officeDocument/2006/relationships/image" Target="../media/image27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13" Type="http://schemas.openxmlformats.org/officeDocument/2006/relationships/image" Target="../media/image39.png"/><Relationship Id="rId3" Type="http://schemas.openxmlformats.org/officeDocument/2006/relationships/image" Target="../media/image150.png"/><Relationship Id="rId7" Type="http://schemas.openxmlformats.org/officeDocument/2006/relationships/image" Target="../media/image35.png"/><Relationship Id="rId12" Type="http://schemas.openxmlformats.org/officeDocument/2006/relationships/image" Target="../media/image170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4.png"/><Relationship Id="rId11" Type="http://schemas.openxmlformats.org/officeDocument/2006/relationships/image" Target="../media/image38.png"/><Relationship Id="rId5" Type="http://schemas.openxmlformats.org/officeDocument/2006/relationships/image" Target="../media/image160.png"/><Relationship Id="rId15" Type="http://schemas.openxmlformats.org/officeDocument/2006/relationships/image" Target="../media/image41.png"/><Relationship Id="rId10" Type="http://schemas.openxmlformats.org/officeDocument/2006/relationships/image" Target="../media/image37.png"/><Relationship Id="rId4" Type="http://schemas.openxmlformats.org/officeDocument/2006/relationships/image" Target="../media/image33.png"/><Relationship Id="rId9" Type="http://schemas.openxmlformats.org/officeDocument/2006/relationships/image" Target="../media/image36.png"/><Relationship Id="rId1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18" Type="http://schemas.openxmlformats.org/officeDocument/2006/relationships/image" Target="../media/image58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" Type="http://schemas.openxmlformats.org/officeDocument/2006/relationships/image" Target="../media/image42.png"/><Relationship Id="rId16" Type="http://schemas.openxmlformats.org/officeDocument/2006/relationships/image" Target="../media/image5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5" Type="http://schemas.openxmlformats.org/officeDocument/2006/relationships/image" Target="../media/image55.png"/><Relationship Id="rId10" Type="http://schemas.openxmlformats.org/officeDocument/2006/relationships/image" Target="../media/image50.png"/><Relationship Id="rId19" Type="http://schemas.openxmlformats.org/officeDocument/2006/relationships/image" Target="../media/image59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2F388-9223-2717-5D3F-AED47BC76C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Network Approximations Figures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57EBCF-B1B8-B1C3-8A22-A6E7A133B5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9671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87DAA84-6983-EF09-F90B-99AB57402C67}"/>
              </a:ext>
            </a:extLst>
          </p:cNvPr>
          <p:cNvSpPr txBox="1"/>
          <p:nvPr/>
        </p:nvSpPr>
        <p:spPr>
          <a:xfrm>
            <a:off x="1520854" y="1151026"/>
            <a:ext cx="18942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-&gt; S1; 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S1 -&gt; S2; S1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S1; 0.5*S2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; 0.75*S2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6E823F-161F-6C5B-8AC8-CFFCC87D8773}"/>
              </a:ext>
            </a:extLst>
          </p:cNvPr>
          <p:cNvSpPr txBox="1"/>
          <p:nvPr/>
        </p:nvSpPr>
        <p:spPr>
          <a:xfrm>
            <a:off x="3680733" y="1243359"/>
            <a:ext cx="23284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-&gt; S1; 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S1 -&gt; 4 S1 + S2; S1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 S1 + 3 S2; S2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3A6B7B-0499-9FC1-D254-9AAED4BC0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854" y="2210329"/>
            <a:ext cx="582882" cy="5213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9AADFE6-B22E-6E3B-2A94-C3722B975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0733" y="2214306"/>
            <a:ext cx="678355" cy="5133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A62D2B3-5F24-210D-6548-FAAB75B6E07E}"/>
              </a:ext>
            </a:extLst>
          </p:cNvPr>
          <p:cNvSpPr txBox="1"/>
          <p:nvPr/>
        </p:nvSpPr>
        <p:spPr>
          <a:xfrm>
            <a:off x="5959372" y="1243359"/>
            <a:ext cx="223870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-&gt; S1; 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S1 -&gt; 4 S1 + S2; S1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 S1 + S2; S2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0EF9D38-B3E4-6730-633B-7042590E79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9372" y="2210329"/>
            <a:ext cx="688866" cy="52130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00CD54A-80EC-CBD5-CEC5-7C4BA0F154B1}"/>
              </a:ext>
            </a:extLst>
          </p:cNvPr>
          <p:cNvSpPr txBox="1"/>
          <p:nvPr/>
        </p:nvSpPr>
        <p:spPr>
          <a:xfrm>
            <a:off x="8080290" y="1058693"/>
            <a:ext cx="28377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-&gt; S1; 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S1 -&gt;  S1 + S2; S1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S1 -&gt; ; 3*S1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 S1 + 2 S2; 1.4*S2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; 2*S2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472CDD5-AF38-243C-79B7-B822228DD7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0290" y="2210329"/>
            <a:ext cx="688866" cy="52130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CB5D815-B84F-54A7-868C-10444E95DFF9}"/>
              </a:ext>
            </a:extLst>
          </p:cNvPr>
          <p:cNvSpPr txBox="1"/>
          <p:nvPr/>
        </p:nvSpPr>
        <p:spPr>
          <a:xfrm>
            <a:off x="-23382" y="1412636"/>
            <a:ext cx="6687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Model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B8D851-558E-E199-5006-AA239DAB32F5}"/>
              </a:ext>
            </a:extLst>
          </p:cNvPr>
          <p:cNvSpPr txBox="1"/>
          <p:nvPr/>
        </p:nvSpPr>
        <p:spPr>
          <a:xfrm>
            <a:off x="-23382" y="2317093"/>
            <a:ext cx="10840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Time course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65F6B6-6A0F-70EB-0798-A78E6F2EC606}"/>
              </a:ext>
            </a:extLst>
          </p:cNvPr>
          <p:cNvSpPr txBox="1"/>
          <p:nvPr/>
        </p:nvSpPr>
        <p:spPr>
          <a:xfrm>
            <a:off x="-23382" y="2994520"/>
            <a:ext cx="8281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Jacobian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0AAC11-D6B4-C598-7F89-C4C588AB935D}"/>
              </a:ext>
            </a:extLst>
          </p:cNvPr>
          <p:cNvSpPr txBox="1"/>
          <p:nvPr/>
        </p:nvSpPr>
        <p:spPr>
          <a:xfrm>
            <a:off x="-23382" y="4010897"/>
            <a:ext cx="7570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G. disks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902E5E-65D5-88F7-C3A5-4E7FD59C22E6}"/>
              </a:ext>
            </a:extLst>
          </p:cNvPr>
          <p:cNvSpPr txBox="1"/>
          <p:nvPr/>
        </p:nvSpPr>
        <p:spPr>
          <a:xfrm>
            <a:off x="-23382" y="3577269"/>
            <a:ext cx="10575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Eigenvalues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27661E5-CF9F-5A03-9166-A4B11FE74FD5}"/>
                  </a:ext>
                </a:extLst>
              </p:cNvPr>
              <p:cNvSpPr txBox="1"/>
              <p:nvPr/>
            </p:nvSpPr>
            <p:spPr>
              <a:xfrm>
                <a:off x="1520854" y="2966595"/>
                <a:ext cx="1016047" cy="3636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-1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0.5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-1.25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27661E5-CF9F-5A03-9166-A4B11FE74F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0854" y="2966595"/>
                <a:ext cx="1016047" cy="363626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6C2C3D8-91AF-5EF0-BE76-AFAD1149018E}"/>
                  </a:ext>
                </a:extLst>
              </p:cNvPr>
              <p:cNvSpPr txBox="1"/>
              <p:nvPr/>
            </p:nvSpPr>
            <p:spPr>
              <a:xfrm>
                <a:off x="3680733" y="2969481"/>
                <a:ext cx="661784" cy="3578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6C2C3D8-91AF-5EF0-BE76-AFAD114901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733" y="2969481"/>
                <a:ext cx="661784" cy="357855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A063E51-2756-6906-A269-77B566CA47A9}"/>
                  </a:ext>
                </a:extLst>
              </p:cNvPr>
              <p:cNvSpPr txBox="1"/>
              <p:nvPr/>
            </p:nvSpPr>
            <p:spPr>
              <a:xfrm>
                <a:off x="5959372" y="2968775"/>
                <a:ext cx="661784" cy="3592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A063E51-2756-6906-A269-77B566CA47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372" y="2968775"/>
                <a:ext cx="661784" cy="359266"/>
              </a:xfrm>
              <a:prstGeom prst="rect">
                <a:avLst/>
              </a:prstGeom>
              <a:blipFill>
                <a:blip r:embed="rId8"/>
                <a:stretch>
                  <a:fillRect t="-333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C2ED162-23C4-AA19-905C-892F504B266A}"/>
                  </a:ext>
                </a:extLst>
              </p:cNvPr>
              <p:cNvSpPr txBox="1"/>
              <p:nvPr/>
            </p:nvSpPr>
            <p:spPr>
              <a:xfrm>
                <a:off x="8080290" y="2968775"/>
                <a:ext cx="916661" cy="3592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-3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1.4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-0.6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C2ED162-23C4-AA19-905C-892F504B2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0290" y="2968775"/>
                <a:ext cx="916661" cy="359266"/>
              </a:xfrm>
              <a:prstGeom prst="rect">
                <a:avLst/>
              </a:prstGeom>
              <a:blipFill>
                <a:blip r:embed="rId9"/>
                <a:stretch>
                  <a:fillRect t="-333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1541367C-76F0-5260-D596-BC54BBF67418}"/>
              </a:ext>
            </a:extLst>
          </p:cNvPr>
          <p:cNvSpPr txBox="1"/>
          <p:nvPr/>
        </p:nvSpPr>
        <p:spPr>
          <a:xfrm>
            <a:off x="-23382" y="4560856"/>
            <a:ext cx="13590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Stability margin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2CB26B5-0634-6854-4039-BF663E35DAA6}"/>
              </a:ext>
            </a:extLst>
          </p:cNvPr>
          <p:cNvSpPr txBox="1"/>
          <p:nvPr/>
        </p:nvSpPr>
        <p:spPr>
          <a:xfrm>
            <a:off x="-23382" y="5183131"/>
            <a:ext cx="14884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Instability margin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B24FAAF-4843-5F53-B75F-20AD4ACDF586}"/>
                  </a:ext>
                </a:extLst>
              </p:cNvPr>
              <p:cNvSpPr txBox="1"/>
              <p:nvPr/>
            </p:nvSpPr>
            <p:spPr>
              <a:xfrm>
                <a:off x="1520854" y="4607022"/>
                <a:ext cx="195232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(-0.5, -0.25)=0.25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B24FAAF-4843-5F53-B75F-20AD4ACDF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0854" y="4607022"/>
                <a:ext cx="1952329" cy="215444"/>
              </a:xfrm>
              <a:prstGeom prst="rect">
                <a:avLst/>
              </a:prstGeom>
              <a:blipFill>
                <a:blip r:embed="rId10"/>
                <a:stretch>
                  <a:fillRect r="-64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C94083F-FF14-6739-0A0F-AE327D8FCCBD}"/>
                  </a:ext>
                </a:extLst>
              </p:cNvPr>
              <p:cNvSpPr txBox="1"/>
              <p:nvPr/>
            </p:nvSpPr>
            <p:spPr>
              <a:xfrm>
                <a:off x="1520854" y="5229297"/>
                <a:ext cx="186897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(-1.5, -2.25)=-2.25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C94083F-FF14-6739-0A0F-AE327D8FCC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0854" y="5229297"/>
                <a:ext cx="1868973" cy="215444"/>
              </a:xfrm>
              <a:prstGeom prst="rect">
                <a:avLst/>
              </a:prstGeom>
              <a:blipFill>
                <a:blip r:embed="rId11"/>
                <a:stretch>
                  <a:fillRect l="-1351" r="-2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E5B3B89E-557A-C145-EC00-0F1884BA1B86}"/>
              </a:ext>
            </a:extLst>
          </p:cNvPr>
          <p:cNvSpPr txBox="1"/>
          <p:nvPr/>
        </p:nvSpPr>
        <p:spPr>
          <a:xfrm>
            <a:off x="-23382" y="5665624"/>
            <a:ext cx="9489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Prediction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3F9E120-2320-EB44-0557-086BE8FA3053}"/>
              </a:ext>
            </a:extLst>
          </p:cNvPr>
          <p:cNvSpPr txBox="1"/>
          <p:nvPr/>
        </p:nvSpPr>
        <p:spPr>
          <a:xfrm>
            <a:off x="1448117" y="5679604"/>
            <a:ext cx="13519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u="sng" dirty="0"/>
              <a:t>definitely stable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BEECFBD-0E82-1BCC-048F-1FC597D5294F}"/>
                  </a:ext>
                </a:extLst>
              </p:cNvPr>
              <p:cNvSpPr txBox="1"/>
              <p:nvPr/>
            </p:nvSpPr>
            <p:spPr>
              <a:xfrm>
                <a:off x="1520854" y="4057063"/>
                <a:ext cx="188250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[-1.5, -0.5], [-2.25, -0.25]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BEECFBD-0E82-1BCC-048F-1FC597D529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0854" y="4057063"/>
                <a:ext cx="1882503" cy="215444"/>
              </a:xfrm>
              <a:prstGeom prst="rect">
                <a:avLst/>
              </a:prstGeom>
              <a:blipFill>
                <a:blip r:embed="rId12"/>
                <a:stretch>
                  <a:fillRect l="-2685" r="-268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EF7BA7B4-3EEA-83E7-3E70-540E80D505E1}"/>
              </a:ext>
            </a:extLst>
          </p:cNvPr>
          <p:cNvSpPr txBox="1"/>
          <p:nvPr/>
        </p:nvSpPr>
        <p:spPr>
          <a:xfrm>
            <a:off x="1520854" y="3577269"/>
            <a:ext cx="8338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-0.4, -1.8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BA7BE61-0806-28A4-D2E0-2FAF8C4F98E1}"/>
              </a:ext>
            </a:extLst>
          </p:cNvPr>
          <p:cNvSpPr txBox="1"/>
          <p:nvPr/>
        </p:nvSpPr>
        <p:spPr>
          <a:xfrm>
            <a:off x="3680733" y="3577269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3.6, 1.4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943A80-4677-4391-E711-9F8DD545D0C7}"/>
                  </a:ext>
                </a:extLst>
              </p:cNvPr>
              <p:cNvSpPr txBox="1"/>
              <p:nvPr/>
            </p:nvSpPr>
            <p:spPr>
              <a:xfrm>
                <a:off x="3680733" y="4057063"/>
                <a:ext cx="85818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[2,4], [1, 3]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943A80-4677-4391-E711-9F8DD545D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733" y="4057063"/>
                <a:ext cx="858184" cy="215444"/>
              </a:xfrm>
              <a:prstGeom prst="rect">
                <a:avLst/>
              </a:prstGeom>
              <a:blipFill>
                <a:blip r:embed="rId13"/>
                <a:stretch>
                  <a:fillRect l="-5797" r="-724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179C3A7-F7C6-8B44-FF6F-18581BD678EC}"/>
                  </a:ext>
                </a:extLst>
              </p:cNvPr>
              <p:cNvSpPr txBox="1"/>
              <p:nvPr/>
            </p:nvSpPr>
            <p:spPr>
              <a:xfrm>
                <a:off x="3680733" y="4607022"/>
                <a:ext cx="122617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(4, 3)=-4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179C3A7-F7C6-8B44-FF6F-18581BD678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733" y="4607022"/>
                <a:ext cx="1226170" cy="215444"/>
              </a:xfrm>
              <a:prstGeom prst="rect">
                <a:avLst/>
              </a:prstGeom>
              <a:blipFill>
                <a:blip r:embed="rId14"/>
                <a:stretch>
                  <a:fillRect r="-306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43B8356-26F7-0EF6-07C3-8B5AEAAFDD22}"/>
                  </a:ext>
                </a:extLst>
              </p:cNvPr>
              <p:cNvSpPr txBox="1"/>
              <p:nvPr/>
            </p:nvSpPr>
            <p:spPr>
              <a:xfrm>
                <a:off x="5959372" y="4607022"/>
                <a:ext cx="122617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(4, 1)=-4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43B8356-26F7-0EF6-07C3-8B5AEAAFD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372" y="4607022"/>
                <a:ext cx="1226170" cy="215444"/>
              </a:xfrm>
              <a:prstGeom prst="rect">
                <a:avLst/>
              </a:prstGeom>
              <a:blipFill>
                <a:blip r:embed="rId15"/>
                <a:stretch>
                  <a:fillRect l="-1031" r="-309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CF6AA0A-2E53-727B-9E80-8BB48F7B7DC2}"/>
                  </a:ext>
                </a:extLst>
              </p:cNvPr>
              <p:cNvSpPr txBox="1"/>
              <p:nvPr/>
            </p:nvSpPr>
            <p:spPr>
              <a:xfrm>
                <a:off x="8080290" y="4607022"/>
                <a:ext cx="169424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(-1.6, 0.4)=-0.4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CF6AA0A-2E53-727B-9E80-8BB48F7B7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0290" y="4607022"/>
                <a:ext cx="1694246" cy="215444"/>
              </a:xfrm>
              <a:prstGeom prst="rect">
                <a:avLst/>
              </a:prstGeom>
              <a:blipFill>
                <a:blip r:embed="rId16"/>
                <a:stretch>
                  <a:fillRect r="-2239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7BA8780-0702-6601-6D65-0C5EF3C0E35C}"/>
                  </a:ext>
                </a:extLst>
              </p:cNvPr>
              <p:cNvSpPr txBox="1"/>
              <p:nvPr/>
            </p:nvSpPr>
            <p:spPr>
              <a:xfrm>
                <a:off x="5959372" y="4057063"/>
                <a:ext cx="91749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[2,4], [-1, 1]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7BA8780-0702-6601-6D65-0C5EF3C0E3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372" y="4057063"/>
                <a:ext cx="917495" cy="215444"/>
              </a:xfrm>
              <a:prstGeom prst="rect">
                <a:avLst/>
              </a:prstGeom>
              <a:blipFill>
                <a:blip r:embed="rId17"/>
                <a:stretch>
                  <a:fillRect l="-6849" r="-6849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CF651F6-F633-3CCB-D31C-98ABAD0338DE}"/>
                  </a:ext>
                </a:extLst>
              </p:cNvPr>
              <p:cNvSpPr txBox="1"/>
              <p:nvPr/>
            </p:nvSpPr>
            <p:spPr>
              <a:xfrm>
                <a:off x="8080290" y="4057063"/>
                <a:ext cx="162441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[-4.4,-1.6], [-0.4, 0.4]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CF651F6-F633-3CCB-D31C-98ABAD033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0290" y="4057063"/>
                <a:ext cx="1624419" cy="215444"/>
              </a:xfrm>
              <a:prstGeom prst="rect">
                <a:avLst/>
              </a:prstGeom>
              <a:blipFill>
                <a:blip r:embed="rId18"/>
                <a:stretch>
                  <a:fillRect l="-3101" r="-232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F07D1890-CB17-C52E-4932-6465C5DD2841}"/>
                  </a:ext>
                </a:extLst>
              </p:cNvPr>
              <p:cNvSpPr txBox="1"/>
              <p:nvPr/>
            </p:nvSpPr>
            <p:spPr>
              <a:xfrm>
                <a:off x="3680733" y="5229297"/>
                <a:ext cx="108350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(2, 1)=1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F07D1890-CB17-C52E-4932-6465C5DD2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733" y="5229297"/>
                <a:ext cx="1083502" cy="215444"/>
              </a:xfrm>
              <a:prstGeom prst="rect">
                <a:avLst/>
              </a:prstGeom>
              <a:blipFill>
                <a:blip r:embed="rId19"/>
                <a:stretch>
                  <a:fillRect l="-2299" r="-2299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725393F-14F1-546A-4D63-3F331F8DC1C0}"/>
                  </a:ext>
                </a:extLst>
              </p:cNvPr>
              <p:cNvSpPr txBox="1"/>
              <p:nvPr/>
            </p:nvSpPr>
            <p:spPr>
              <a:xfrm>
                <a:off x="5959372" y="5229297"/>
                <a:ext cx="120212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(2, -1)=-1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725393F-14F1-546A-4D63-3F331F8DC1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372" y="5229297"/>
                <a:ext cx="1202124" cy="215444"/>
              </a:xfrm>
              <a:prstGeom prst="rect">
                <a:avLst/>
              </a:prstGeom>
              <a:blipFill>
                <a:blip r:embed="rId20"/>
                <a:stretch>
                  <a:fillRect l="-3158" r="-3158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0237923-843B-6790-6AE3-FA7A3519E2C5}"/>
                  </a:ext>
                </a:extLst>
              </p:cNvPr>
              <p:cNvSpPr txBox="1"/>
              <p:nvPr/>
            </p:nvSpPr>
            <p:spPr>
              <a:xfrm>
                <a:off x="8080290" y="5229297"/>
                <a:ext cx="167020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(-4.4, -0.4)=-4.4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0237923-843B-6790-6AE3-FA7A3519E2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0290" y="5229297"/>
                <a:ext cx="1670201" cy="215444"/>
              </a:xfrm>
              <a:prstGeom prst="rect">
                <a:avLst/>
              </a:prstGeom>
              <a:blipFill>
                <a:blip r:embed="rId21"/>
                <a:stretch>
                  <a:fillRect l="-2273" r="-227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TextBox 53">
            <a:extLst>
              <a:ext uri="{FF2B5EF4-FFF2-40B4-BE49-F238E27FC236}">
                <a16:creationId xmlns:a16="http://schemas.microsoft.com/office/drawing/2014/main" id="{9265D2FF-6B1B-D224-6B01-4DFA13D2EBCA}"/>
              </a:ext>
            </a:extLst>
          </p:cNvPr>
          <p:cNvSpPr txBox="1"/>
          <p:nvPr/>
        </p:nvSpPr>
        <p:spPr>
          <a:xfrm>
            <a:off x="3607996" y="5679604"/>
            <a:ext cx="15411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u="sng" dirty="0"/>
              <a:t>definitely unstable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FBF46E3-1848-3496-45A0-9424F6108BDC}"/>
              </a:ext>
            </a:extLst>
          </p:cNvPr>
          <p:cNvSpPr txBox="1"/>
          <p:nvPr/>
        </p:nvSpPr>
        <p:spPr>
          <a:xfrm>
            <a:off x="5886635" y="5679604"/>
            <a:ext cx="12281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u="sng" dirty="0"/>
              <a:t>indeterminate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C65218-110D-0EA0-F258-A24C47A8A8AA}"/>
              </a:ext>
            </a:extLst>
          </p:cNvPr>
          <p:cNvSpPr txBox="1"/>
          <p:nvPr/>
        </p:nvSpPr>
        <p:spPr>
          <a:xfrm>
            <a:off x="8028335" y="5679604"/>
            <a:ext cx="12281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u="sng" dirty="0"/>
              <a:t>indeterminate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7944407-4C95-5026-614C-087BFAD62834}"/>
              </a:ext>
            </a:extLst>
          </p:cNvPr>
          <p:cNvSpPr txBox="1"/>
          <p:nvPr/>
        </p:nvSpPr>
        <p:spPr>
          <a:xfrm>
            <a:off x="5959372" y="3577269"/>
            <a:ext cx="7793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3.3, -0.3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B902FBF-F0AB-76C1-0FC2-2FC29BE26CA4}"/>
              </a:ext>
            </a:extLst>
          </p:cNvPr>
          <p:cNvSpPr txBox="1"/>
          <p:nvPr/>
        </p:nvSpPr>
        <p:spPr>
          <a:xfrm>
            <a:off x="8080290" y="3577269"/>
            <a:ext cx="8338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-3.5, -0.1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0FD3B6F-6F94-1CE1-E142-0EECC6B742B1}"/>
              </a:ext>
            </a:extLst>
          </p:cNvPr>
          <p:cNvSpPr txBox="1"/>
          <p:nvPr/>
        </p:nvSpPr>
        <p:spPr>
          <a:xfrm>
            <a:off x="1782924" y="619952"/>
            <a:ext cx="436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151B62E-003A-3EC9-574B-075379FDFD5E}"/>
              </a:ext>
            </a:extLst>
          </p:cNvPr>
          <p:cNvSpPr txBox="1"/>
          <p:nvPr/>
        </p:nvSpPr>
        <p:spPr>
          <a:xfrm>
            <a:off x="4037617" y="619952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8168BA0-2EA2-67CA-5E9C-A641622A55B0}"/>
              </a:ext>
            </a:extLst>
          </p:cNvPr>
          <p:cNvSpPr txBox="1"/>
          <p:nvPr/>
        </p:nvSpPr>
        <p:spPr>
          <a:xfrm>
            <a:off x="6256686" y="619952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186EEE2-8275-254D-BE13-F6C01649A888}"/>
              </a:ext>
            </a:extLst>
          </p:cNvPr>
          <p:cNvSpPr txBox="1"/>
          <p:nvPr/>
        </p:nvSpPr>
        <p:spPr>
          <a:xfrm>
            <a:off x="8377187" y="619952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(d)</a:t>
            </a:r>
          </a:p>
        </p:txBody>
      </p:sp>
    </p:spTree>
    <p:extLst>
      <p:ext uri="{BB962C8B-B14F-4D97-AF65-F5344CB8AC3E}">
        <p14:creationId xmlns:p14="http://schemas.microsoft.com/office/powerpoint/2010/main" val="19069430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087B2-B67F-DEE3-F028-6A3382515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3A95274-C1EA-0EA9-80A0-30387B509476}"/>
              </a:ext>
            </a:extLst>
          </p:cNvPr>
          <p:cNvSpPr txBox="1"/>
          <p:nvPr/>
        </p:nvSpPr>
        <p:spPr>
          <a:xfrm>
            <a:off x="1520854" y="1151026"/>
            <a:ext cx="18942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-&gt; S1; 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S1 -&gt; S2; S1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S1; 0.5*S2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; 0.75*S2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D34BD2-F837-7E5F-12AB-86334C008B1F}"/>
              </a:ext>
            </a:extLst>
          </p:cNvPr>
          <p:cNvSpPr txBox="1"/>
          <p:nvPr/>
        </p:nvSpPr>
        <p:spPr>
          <a:xfrm>
            <a:off x="3680733" y="1243359"/>
            <a:ext cx="23284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-&gt; S1; 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S1 -&gt; 4 S1 + S2; S1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 S1 + 3 S2; S2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5594433-B9B5-2331-8D79-04544A233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854" y="2210329"/>
            <a:ext cx="582882" cy="5213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75D2009-29DF-50FF-9822-F7BAC8C10A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0733" y="2214306"/>
            <a:ext cx="678355" cy="5133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9E82854-7099-211B-495D-FE128AA8E26F}"/>
              </a:ext>
            </a:extLst>
          </p:cNvPr>
          <p:cNvSpPr txBox="1"/>
          <p:nvPr/>
        </p:nvSpPr>
        <p:spPr>
          <a:xfrm>
            <a:off x="5959372" y="1243359"/>
            <a:ext cx="223870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-&gt; S1; 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S1 -&gt; 4 S1 + S2; S1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 S1 + S2; S2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CA57AC1-9D45-B8AB-08D9-86CD328C35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9372" y="2210329"/>
            <a:ext cx="688866" cy="52130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62EFDDB-113E-9F72-8982-CC9AD8A4E1D3}"/>
              </a:ext>
            </a:extLst>
          </p:cNvPr>
          <p:cNvSpPr txBox="1"/>
          <p:nvPr/>
        </p:nvSpPr>
        <p:spPr>
          <a:xfrm>
            <a:off x="8080290" y="1058693"/>
            <a:ext cx="28377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-&gt; S1; 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S1 -&gt;  S1 + S2; S1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S1 -&gt; ; 3*S1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 S1 + 2 S2; 1.4*S2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S2 -&gt; ; 2*S2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9266A55-C77D-1ED8-D28B-7D1F855099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0290" y="2210329"/>
            <a:ext cx="688866" cy="52130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340DBA6-9736-7922-233E-A803DCE73792}"/>
              </a:ext>
            </a:extLst>
          </p:cNvPr>
          <p:cNvSpPr txBox="1"/>
          <p:nvPr/>
        </p:nvSpPr>
        <p:spPr>
          <a:xfrm>
            <a:off x="-23382" y="1412636"/>
            <a:ext cx="6687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Model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E083C07-A828-DD69-2B37-AA5E74CEF26B}"/>
              </a:ext>
            </a:extLst>
          </p:cNvPr>
          <p:cNvSpPr txBox="1"/>
          <p:nvPr/>
        </p:nvSpPr>
        <p:spPr>
          <a:xfrm>
            <a:off x="-23382" y="2317093"/>
            <a:ext cx="10840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Time course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50A5C7-168C-2AC5-197B-29665F64E8E5}"/>
              </a:ext>
            </a:extLst>
          </p:cNvPr>
          <p:cNvSpPr txBox="1"/>
          <p:nvPr/>
        </p:nvSpPr>
        <p:spPr>
          <a:xfrm>
            <a:off x="-23382" y="2994520"/>
            <a:ext cx="8281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Jacobian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4D32E9-140C-8A60-CD2E-456A511755D7}"/>
              </a:ext>
            </a:extLst>
          </p:cNvPr>
          <p:cNvSpPr txBox="1"/>
          <p:nvPr/>
        </p:nvSpPr>
        <p:spPr>
          <a:xfrm>
            <a:off x="-23382" y="4010897"/>
            <a:ext cx="7570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G. disks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F450C5C-B252-8572-D66C-CA8C830C7A3C}"/>
              </a:ext>
            </a:extLst>
          </p:cNvPr>
          <p:cNvSpPr txBox="1"/>
          <p:nvPr/>
        </p:nvSpPr>
        <p:spPr>
          <a:xfrm>
            <a:off x="-23382" y="3577269"/>
            <a:ext cx="10575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Eigenvalues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99DEAD2-B835-1D08-9229-8B3FEC04DD91}"/>
                  </a:ext>
                </a:extLst>
              </p:cNvPr>
              <p:cNvSpPr txBox="1"/>
              <p:nvPr/>
            </p:nvSpPr>
            <p:spPr>
              <a:xfrm>
                <a:off x="1520854" y="2966595"/>
                <a:ext cx="1016047" cy="3636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-1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0.5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-1.25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99DEAD2-B835-1D08-9229-8B3FEC04D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0854" y="2966595"/>
                <a:ext cx="1016047" cy="363626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C377492-0124-61D4-2FCC-2CC068034A23}"/>
                  </a:ext>
                </a:extLst>
              </p:cNvPr>
              <p:cNvSpPr txBox="1"/>
              <p:nvPr/>
            </p:nvSpPr>
            <p:spPr>
              <a:xfrm>
                <a:off x="3680733" y="2969481"/>
                <a:ext cx="661784" cy="3578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C377492-0124-61D4-2FCC-2CC068034A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733" y="2969481"/>
                <a:ext cx="661784" cy="357855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6919601-4152-0C0C-6698-E3B48F974452}"/>
                  </a:ext>
                </a:extLst>
              </p:cNvPr>
              <p:cNvSpPr txBox="1"/>
              <p:nvPr/>
            </p:nvSpPr>
            <p:spPr>
              <a:xfrm>
                <a:off x="5959372" y="2968775"/>
                <a:ext cx="661784" cy="3592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6919601-4152-0C0C-6698-E3B48F974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372" y="2968775"/>
                <a:ext cx="661784" cy="359266"/>
              </a:xfrm>
              <a:prstGeom prst="rect">
                <a:avLst/>
              </a:prstGeom>
              <a:blipFill>
                <a:blip r:embed="rId8"/>
                <a:stretch>
                  <a:fillRect t="-333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0F27D4C-3E17-5DBA-457E-30D7F56EC1C2}"/>
                  </a:ext>
                </a:extLst>
              </p:cNvPr>
              <p:cNvSpPr txBox="1"/>
              <p:nvPr/>
            </p:nvSpPr>
            <p:spPr>
              <a:xfrm>
                <a:off x="8080290" y="2968775"/>
                <a:ext cx="916661" cy="3592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-3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1.4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-0.6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0F27D4C-3E17-5DBA-457E-30D7F56EC1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0290" y="2968775"/>
                <a:ext cx="916661" cy="359266"/>
              </a:xfrm>
              <a:prstGeom prst="rect">
                <a:avLst/>
              </a:prstGeom>
              <a:blipFill>
                <a:blip r:embed="rId9"/>
                <a:stretch>
                  <a:fillRect t="-333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FBE97C8-DBEF-19AD-9FC2-FD9CAD61737E}"/>
                  </a:ext>
                </a:extLst>
              </p:cNvPr>
              <p:cNvSpPr txBox="1"/>
              <p:nvPr/>
            </p:nvSpPr>
            <p:spPr>
              <a:xfrm>
                <a:off x="1520854" y="4057063"/>
                <a:ext cx="188250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[-1.5, -0.5], [-2.25, -0.25]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FBE97C8-DBEF-19AD-9FC2-FD9CAD6173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0854" y="4057063"/>
                <a:ext cx="1882503" cy="215444"/>
              </a:xfrm>
              <a:prstGeom prst="rect">
                <a:avLst/>
              </a:prstGeom>
              <a:blipFill>
                <a:blip r:embed="rId10"/>
                <a:stretch>
                  <a:fillRect l="-2685" r="-268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A5D27558-D2AA-4018-9BAC-98601DD38C40}"/>
              </a:ext>
            </a:extLst>
          </p:cNvPr>
          <p:cNvSpPr txBox="1"/>
          <p:nvPr/>
        </p:nvSpPr>
        <p:spPr>
          <a:xfrm>
            <a:off x="1520854" y="3577269"/>
            <a:ext cx="8338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-0.4, -1.8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1D5FB7-461F-28C5-E20B-F930839FB818}"/>
              </a:ext>
            </a:extLst>
          </p:cNvPr>
          <p:cNvSpPr txBox="1"/>
          <p:nvPr/>
        </p:nvSpPr>
        <p:spPr>
          <a:xfrm>
            <a:off x="3680733" y="3577269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3.6, 1.4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EA45802-CC8E-3F84-0341-A501B7DB5041}"/>
                  </a:ext>
                </a:extLst>
              </p:cNvPr>
              <p:cNvSpPr txBox="1"/>
              <p:nvPr/>
            </p:nvSpPr>
            <p:spPr>
              <a:xfrm>
                <a:off x="3680733" y="4057063"/>
                <a:ext cx="85818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[2,4], [1, 3]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EA45802-CC8E-3F84-0341-A501B7DB5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733" y="4057063"/>
                <a:ext cx="858184" cy="215444"/>
              </a:xfrm>
              <a:prstGeom prst="rect">
                <a:avLst/>
              </a:prstGeom>
              <a:blipFill>
                <a:blip r:embed="rId11"/>
                <a:stretch>
                  <a:fillRect l="-5797" r="-724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4B224F8-06AE-3D24-1908-B2BDF95FB4D2}"/>
                  </a:ext>
                </a:extLst>
              </p:cNvPr>
              <p:cNvSpPr txBox="1"/>
              <p:nvPr/>
            </p:nvSpPr>
            <p:spPr>
              <a:xfrm>
                <a:off x="5959372" y="4057063"/>
                <a:ext cx="91749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[2,4], [-1, 1]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4B224F8-06AE-3D24-1908-B2BDF95FB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372" y="4057063"/>
                <a:ext cx="917495" cy="215444"/>
              </a:xfrm>
              <a:prstGeom prst="rect">
                <a:avLst/>
              </a:prstGeom>
              <a:blipFill>
                <a:blip r:embed="rId12"/>
                <a:stretch>
                  <a:fillRect l="-6849" r="-6849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306E429-126A-2E39-C5C0-FCD710B5B5E6}"/>
                  </a:ext>
                </a:extLst>
              </p:cNvPr>
              <p:cNvSpPr txBox="1"/>
              <p:nvPr/>
            </p:nvSpPr>
            <p:spPr>
              <a:xfrm>
                <a:off x="8080290" y="4057063"/>
                <a:ext cx="162441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[-4.4,-1.6], [-0.4, 0.4]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306E429-126A-2E39-C5C0-FCD710B5B5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0290" y="4057063"/>
                <a:ext cx="1624419" cy="215444"/>
              </a:xfrm>
              <a:prstGeom prst="rect">
                <a:avLst/>
              </a:prstGeom>
              <a:blipFill>
                <a:blip r:embed="rId13"/>
                <a:stretch>
                  <a:fillRect l="-3101" r="-232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TextBox 56">
            <a:extLst>
              <a:ext uri="{FF2B5EF4-FFF2-40B4-BE49-F238E27FC236}">
                <a16:creationId xmlns:a16="http://schemas.microsoft.com/office/drawing/2014/main" id="{56953BAD-EA79-8F51-7BCA-323FDA23BEE6}"/>
              </a:ext>
            </a:extLst>
          </p:cNvPr>
          <p:cNvSpPr txBox="1"/>
          <p:nvPr/>
        </p:nvSpPr>
        <p:spPr>
          <a:xfrm>
            <a:off x="5959372" y="3577269"/>
            <a:ext cx="7793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3.3, -0.3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1E0A2D6-074A-59F9-F5A1-4DA3B16C6B74}"/>
              </a:ext>
            </a:extLst>
          </p:cNvPr>
          <p:cNvSpPr txBox="1"/>
          <p:nvPr/>
        </p:nvSpPr>
        <p:spPr>
          <a:xfrm>
            <a:off x="8080290" y="3577269"/>
            <a:ext cx="8338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-3.5, -0.1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07465DF-8A57-E7DA-B0F3-C30FE6B17819}"/>
              </a:ext>
            </a:extLst>
          </p:cNvPr>
          <p:cNvSpPr txBox="1"/>
          <p:nvPr/>
        </p:nvSpPr>
        <p:spPr>
          <a:xfrm>
            <a:off x="1782924" y="619952"/>
            <a:ext cx="436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C3BCDB1-53F4-33EE-C434-FBC30F17A533}"/>
              </a:ext>
            </a:extLst>
          </p:cNvPr>
          <p:cNvSpPr txBox="1"/>
          <p:nvPr/>
        </p:nvSpPr>
        <p:spPr>
          <a:xfrm>
            <a:off x="4037617" y="619952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216A78C-C3CC-5E6E-2904-627FB066F32F}"/>
              </a:ext>
            </a:extLst>
          </p:cNvPr>
          <p:cNvSpPr txBox="1"/>
          <p:nvPr/>
        </p:nvSpPr>
        <p:spPr>
          <a:xfrm>
            <a:off x="6256686" y="619952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76577A7-E49A-F78A-EF4A-36191F301DE7}"/>
              </a:ext>
            </a:extLst>
          </p:cNvPr>
          <p:cNvSpPr txBox="1"/>
          <p:nvPr/>
        </p:nvSpPr>
        <p:spPr>
          <a:xfrm>
            <a:off x="8377187" y="619952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(d)</a:t>
            </a:r>
          </a:p>
        </p:txBody>
      </p:sp>
    </p:spTree>
    <p:extLst>
      <p:ext uri="{BB962C8B-B14F-4D97-AF65-F5344CB8AC3E}">
        <p14:creationId xmlns:p14="http://schemas.microsoft.com/office/powerpoint/2010/main" val="16452768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AD889-F075-3D85-E632-F16C4F9D5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C1EA420-ADAB-35F7-FEF4-03903154C4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854" y="1056939"/>
            <a:ext cx="582882" cy="5213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434FC02-0F93-B804-E924-29F5AD919E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0733" y="1060916"/>
            <a:ext cx="678355" cy="5133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7C13A31-A206-7F8D-BB60-4077F90EF6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9041" y="1056939"/>
            <a:ext cx="688866" cy="5213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C21F194-306D-662E-8B63-90BA0F5422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1978" y="1056939"/>
            <a:ext cx="688866" cy="52130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E131A06-1E60-B7FF-FFEF-D9F6E02DEEF2}"/>
              </a:ext>
            </a:extLst>
          </p:cNvPr>
          <p:cNvSpPr txBox="1"/>
          <p:nvPr/>
        </p:nvSpPr>
        <p:spPr>
          <a:xfrm>
            <a:off x="-23382" y="1163703"/>
            <a:ext cx="10840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Time course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22BEA7-0A74-EFA5-7710-B6D181142A66}"/>
              </a:ext>
            </a:extLst>
          </p:cNvPr>
          <p:cNvSpPr txBox="1"/>
          <p:nvPr/>
        </p:nvSpPr>
        <p:spPr>
          <a:xfrm>
            <a:off x="-23382" y="1652159"/>
            <a:ext cx="7570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G. disks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D983FF-9448-15AD-7A69-34C4407D715B}"/>
              </a:ext>
            </a:extLst>
          </p:cNvPr>
          <p:cNvSpPr txBox="1"/>
          <p:nvPr/>
        </p:nvSpPr>
        <p:spPr>
          <a:xfrm>
            <a:off x="-23382" y="1994298"/>
            <a:ext cx="13590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Stability margin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11AE15-9054-7999-175D-290190FB21F9}"/>
              </a:ext>
            </a:extLst>
          </p:cNvPr>
          <p:cNvSpPr txBox="1"/>
          <p:nvPr/>
        </p:nvSpPr>
        <p:spPr>
          <a:xfrm>
            <a:off x="-23382" y="2325625"/>
            <a:ext cx="14884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Instability margin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66EE70F-2C9B-6AC6-9D41-BFE66B9DC5CE}"/>
                  </a:ext>
                </a:extLst>
              </p:cNvPr>
              <p:cNvSpPr txBox="1"/>
              <p:nvPr/>
            </p:nvSpPr>
            <p:spPr>
              <a:xfrm>
                <a:off x="1520854" y="2040464"/>
                <a:ext cx="195232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(-0.5, -0.25)=0.25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66EE70F-2C9B-6AC6-9D41-BFE66B9DC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0854" y="2040464"/>
                <a:ext cx="1952329" cy="215444"/>
              </a:xfrm>
              <a:prstGeom prst="rect">
                <a:avLst/>
              </a:prstGeom>
              <a:blipFill>
                <a:blip r:embed="rId6"/>
                <a:stretch>
                  <a:fillRect r="-64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0715FD0-C080-95FE-F9FF-1F0408E25001}"/>
                  </a:ext>
                </a:extLst>
              </p:cNvPr>
              <p:cNvSpPr txBox="1"/>
              <p:nvPr/>
            </p:nvSpPr>
            <p:spPr>
              <a:xfrm>
                <a:off x="1520854" y="2371791"/>
                <a:ext cx="186897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(-1.5, -2.25)=-2.25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0715FD0-C080-95FE-F9FF-1F0408E25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0854" y="2371791"/>
                <a:ext cx="1868973" cy="215444"/>
              </a:xfrm>
              <a:prstGeom prst="rect">
                <a:avLst/>
              </a:prstGeom>
              <a:blipFill>
                <a:blip r:embed="rId7"/>
                <a:stretch>
                  <a:fillRect l="-1351" r="-2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8AE56DDF-AF3C-21F3-D1B8-CF34D158B006}"/>
              </a:ext>
            </a:extLst>
          </p:cNvPr>
          <p:cNvSpPr txBox="1"/>
          <p:nvPr/>
        </p:nvSpPr>
        <p:spPr>
          <a:xfrm>
            <a:off x="-23382" y="2631471"/>
            <a:ext cx="9489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Prediction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2613633-6CFA-AC75-5B28-504EBD933264}"/>
              </a:ext>
            </a:extLst>
          </p:cNvPr>
          <p:cNvSpPr txBox="1"/>
          <p:nvPr/>
        </p:nvSpPr>
        <p:spPr>
          <a:xfrm>
            <a:off x="1448117" y="2645451"/>
            <a:ext cx="13519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u="sng" dirty="0"/>
              <a:t>definitely stable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866ECC0-CC0F-3576-CE56-E552A2D3928B}"/>
                  </a:ext>
                </a:extLst>
              </p:cNvPr>
              <p:cNvSpPr txBox="1"/>
              <p:nvPr/>
            </p:nvSpPr>
            <p:spPr>
              <a:xfrm>
                <a:off x="1520854" y="1698325"/>
                <a:ext cx="188250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[-1.5, -0.5], [-2.25, -0.25]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866ECC0-CC0F-3576-CE56-E552A2D392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0854" y="1698325"/>
                <a:ext cx="1882503" cy="215444"/>
              </a:xfrm>
              <a:prstGeom prst="rect">
                <a:avLst/>
              </a:prstGeom>
              <a:blipFill>
                <a:blip r:embed="rId8"/>
                <a:stretch>
                  <a:fillRect l="-2685" r="-268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6AB4431-0011-4BA9-6113-809AE7B2FCB4}"/>
                  </a:ext>
                </a:extLst>
              </p:cNvPr>
              <p:cNvSpPr txBox="1"/>
              <p:nvPr/>
            </p:nvSpPr>
            <p:spPr>
              <a:xfrm>
                <a:off x="3680733" y="1698325"/>
                <a:ext cx="85818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[2,4], [1, 3]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6AB4431-0011-4BA9-6113-809AE7B2FC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733" y="1698325"/>
                <a:ext cx="858184" cy="215444"/>
              </a:xfrm>
              <a:prstGeom prst="rect">
                <a:avLst/>
              </a:prstGeom>
              <a:blipFill>
                <a:blip r:embed="rId9"/>
                <a:stretch>
                  <a:fillRect l="-5797" r="-724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60D7EDF-1F35-C5E2-A053-93FDDBA89C7F}"/>
                  </a:ext>
                </a:extLst>
              </p:cNvPr>
              <p:cNvSpPr txBox="1"/>
              <p:nvPr/>
            </p:nvSpPr>
            <p:spPr>
              <a:xfrm>
                <a:off x="3680733" y="2040464"/>
                <a:ext cx="122617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(4, 3)=-4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60D7EDF-1F35-C5E2-A053-93FDDBA89C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733" y="2040464"/>
                <a:ext cx="1226170" cy="215444"/>
              </a:xfrm>
              <a:prstGeom prst="rect">
                <a:avLst/>
              </a:prstGeom>
              <a:blipFill>
                <a:blip r:embed="rId10"/>
                <a:stretch>
                  <a:fillRect r="-306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2F75CFC-96AE-616A-9ACD-A726B183335F}"/>
                  </a:ext>
                </a:extLst>
              </p:cNvPr>
              <p:cNvSpPr txBox="1"/>
              <p:nvPr/>
            </p:nvSpPr>
            <p:spPr>
              <a:xfrm>
                <a:off x="5419041" y="2040464"/>
                <a:ext cx="122617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(4, 1)=-4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2F75CFC-96AE-616A-9ACD-A726B18333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9041" y="2040464"/>
                <a:ext cx="1226170" cy="215444"/>
              </a:xfrm>
              <a:prstGeom prst="rect">
                <a:avLst/>
              </a:prstGeom>
              <a:blipFill>
                <a:blip r:embed="rId11"/>
                <a:stretch>
                  <a:fillRect r="-306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35C5E803-ADEA-2AEF-2708-294340198F01}"/>
                  </a:ext>
                </a:extLst>
              </p:cNvPr>
              <p:cNvSpPr txBox="1"/>
              <p:nvPr/>
            </p:nvSpPr>
            <p:spPr>
              <a:xfrm>
                <a:off x="6851978" y="2040464"/>
                <a:ext cx="169424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(-1.6, 0.4)=-0.4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35C5E803-ADEA-2AEF-2708-294340198F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1978" y="2040464"/>
                <a:ext cx="1694246" cy="215444"/>
              </a:xfrm>
              <a:prstGeom prst="rect">
                <a:avLst/>
              </a:prstGeom>
              <a:blipFill>
                <a:blip r:embed="rId12"/>
                <a:stretch>
                  <a:fillRect r="-2239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3FF242D-D1BF-F44E-6B6F-9BE3D96D9AC0}"/>
                  </a:ext>
                </a:extLst>
              </p:cNvPr>
              <p:cNvSpPr txBox="1"/>
              <p:nvPr/>
            </p:nvSpPr>
            <p:spPr>
              <a:xfrm>
                <a:off x="5419041" y="1698325"/>
                <a:ext cx="91749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[2,4], [-1, 1]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3FF242D-D1BF-F44E-6B6F-9BE3D96D9A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9041" y="1698325"/>
                <a:ext cx="917495" cy="215444"/>
              </a:xfrm>
              <a:prstGeom prst="rect">
                <a:avLst/>
              </a:prstGeom>
              <a:blipFill>
                <a:blip r:embed="rId13"/>
                <a:stretch>
                  <a:fillRect l="-6849" r="-6849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C57B72E-8323-D980-F9E0-88F7FC95604B}"/>
                  </a:ext>
                </a:extLst>
              </p:cNvPr>
              <p:cNvSpPr txBox="1"/>
              <p:nvPr/>
            </p:nvSpPr>
            <p:spPr>
              <a:xfrm>
                <a:off x="6851978" y="1698325"/>
                <a:ext cx="162441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[-4.4,-1.6], [-0.4, 0.4]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C57B72E-8323-D980-F9E0-88F7FC956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1978" y="1698325"/>
                <a:ext cx="1624419" cy="215444"/>
              </a:xfrm>
              <a:prstGeom prst="rect">
                <a:avLst/>
              </a:prstGeom>
              <a:blipFill>
                <a:blip r:embed="rId14"/>
                <a:stretch>
                  <a:fillRect l="-3101" r="-310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7719818-054B-C731-ABF8-D881AED35BE6}"/>
                  </a:ext>
                </a:extLst>
              </p:cNvPr>
              <p:cNvSpPr txBox="1"/>
              <p:nvPr/>
            </p:nvSpPr>
            <p:spPr>
              <a:xfrm>
                <a:off x="3680733" y="2371791"/>
                <a:ext cx="108350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(2, 1)=1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7719818-054B-C731-ABF8-D881AED35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733" y="2371791"/>
                <a:ext cx="1083502" cy="215444"/>
              </a:xfrm>
              <a:prstGeom prst="rect">
                <a:avLst/>
              </a:prstGeom>
              <a:blipFill>
                <a:blip r:embed="rId15"/>
                <a:stretch>
                  <a:fillRect l="-2299" r="-2299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CAB6896-4F14-A3F1-1D67-B47261334DB6}"/>
                  </a:ext>
                </a:extLst>
              </p:cNvPr>
              <p:cNvSpPr txBox="1"/>
              <p:nvPr/>
            </p:nvSpPr>
            <p:spPr>
              <a:xfrm>
                <a:off x="5419041" y="2371791"/>
                <a:ext cx="120212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(2, -1)=-1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CAB6896-4F14-A3F1-1D67-B47261334D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9041" y="2371791"/>
                <a:ext cx="1202124" cy="215444"/>
              </a:xfrm>
              <a:prstGeom prst="rect">
                <a:avLst/>
              </a:prstGeom>
              <a:blipFill>
                <a:blip r:embed="rId16"/>
                <a:stretch>
                  <a:fillRect l="-3125" r="-312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67FB368-5C25-DB1F-B529-FD2DF68BD0AB}"/>
                  </a:ext>
                </a:extLst>
              </p:cNvPr>
              <p:cNvSpPr txBox="1"/>
              <p:nvPr/>
            </p:nvSpPr>
            <p:spPr>
              <a:xfrm>
                <a:off x="6851978" y="2371791"/>
                <a:ext cx="167020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(-4.4, -0.4)=-4.4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67FB368-5C25-DB1F-B529-FD2DF68BD0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1978" y="2371791"/>
                <a:ext cx="1670201" cy="215444"/>
              </a:xfrm>
              <a:prstGeom prst="rect">
                <a:avLst/>
              </a:prstGeom>
              <a:blipFill>
                <a:blip r:embed="rId17"/>
                <a:stretch>
                  <a:fillRect l="-1504" r="-1504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TextBox 53">
            <a:extLst>
              <a:ext uri="{FF2B5EF4-FFF2-40B4-BE49-F238E27FC236}">
                <a16:creationId xmlns:a16="http://schemas.microsoft.com/office/drawing/2014/main" id="{82A833D3-54CC-107F-C5CF-3BDDF51BDD05}"/>
              </a:ext>
            </a:extLst>
          </p:cNvPr>
          <p:cNvSpPr txBox="1"/>
          <p:nvPr/>
        </p:nvSpPr>
        <p:spPr>
          <a:xfrm>
            <a:off x="3607996" y="2645451"/>
            <a:ext cx="15411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u="sng" dirty="0"/>
              <a:t>definitely unstable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88C718-6DB7-0AF8-ABC7-80733BCA019D}"/>
              </a:ext>
            </a:extLst>
          </p:cNvPr>
          <p:cNvSpPr txBox="1"/>
          <p:nvPr/>
        </p:nvSpPr>
        <p:spPr>
          <a:xfrm>
            <a:off x="5346304" y="2645451"/>
            <a:ext cx="12281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u="sng" dirty="0"/>
              <a:t>indeterminate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6F8CA78-3C85-333B-286A-9CB52B1C19E6}"/>
              </a:ext>
            </a:extLst>
          </p:cNvPr>
          <p:cNvSpPr txBox="1"/>
          <p:nvPr/>
        </p:nvSpPr>
        <p:spPr>
          <a:xfrm>
            <a:off x="6800023" y="2645451"/>
            <a:ext cx="12281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u="sng" dirty="0"/>
              <a:t>indeterminate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2ACC7DC-FD4C-A897-694D-16A75B6E375D}"/>
              </a:ext>
            </a:extLst>
          </p:cNvPr>
          <p:cNvSpPr txBox="1"/>
          <p:nvPr/>
        </p:nvSpPr>
        <p:spPr>
          <a:xfrm>
            <a:off x="1782924" y="619952"/>
            <a:ext cx="436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DF4FE52-2CE7-CB5D-5E14-B0FA5A2D0E5B}"/>
              </a:ext>
            </a:extLst>
          </p:cNvPr>
          <p:cNvSpPr txBox="1"/>
          <p:nvPr/>
        </p:nvSpPr>
        <p:spPr>
          <a:xfrm>
            <a:off x="4037617" y="619952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9A5248-F919-44D4-F638-F359749214F0}"/>
              </a:ext>
            </a:extLst>
          </p:cNvPr>
          <p:cNvSpPr txBox="1"/>
          <p:nvPr/>
        </p:nvSpPr>
        <p:spPr>
          <a:xfrm>
            <a:off x="5716355" y="619952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9000EAB-2B11-EA89-B88F-6E5769E9F673}"/>
              </a:ext>
            </a:extLst>
          </p:cNvPr>
          <p:cNvSpPr txBox="1"/>
          <p:nvPr/>
        </p:nvSpPr>
        <p:spPr>
          <a:xfrm>
            <a:off x="7148875" y="619952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(d)</a:t>
            </a:r>
          </a:p>
        </p:txBody>
      </p:sp>
    </p:spTree>
    <p:extLst>
      <p:ext uri="{BB962C8B-B14F-4D97-AF65-F5344CB8AC3E}">
        <p14:creationId xmlns:p14="http://schemas.microsoft.com/office/powerpoint/2010/main" val="33388796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58610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2C497F3-5450-199E-ADFE-23F06A623934}"/>
              </a:ext>
            </a:extLst>
          </p:cNvPr>
          <p:cNvCxnSpPr>
            <a:cxnSpLocks/>
            <a:stCxn id="9" idx="3"/>
            <a:endCxn id="40" idx="1"/>
          </p:cNvCxnSpPr>
          <p:nvPr/>
        </p:nvCxnSpPr>
        <p:spPr>
          <a:xfrm>
            <a:off x="4807974" y="2888555"/>
            <a:ext cx="1084647" cy="724467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94E69BF-29BC-2F37-1F0C-D9F9D0A48382}"/>
              </a:ext>
            </a:extLst>
          </p:cNvPr>
          <p:cNvCxnSpPr>
            <a:cxnSpLocks/>
            <a:stCxn id="66" idx="3"/>
            <a:endCxn id="9" idx="1"/>
          </p:cNvCxnSpPr>
          <p:nvPr/>
        </p:nvCxnSpPr>
        <p:spPr>
          <a:xfrm flipV="1">
            <a:off x="2707832" y="2888555"/>
            <a:ext cx="1048091" cy="660555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C45D2CA-7E84-A0D4-F174-D0DB4E03D65F}"/>
                  </a:ext>
                </a:extLst>
              </p:cNvPr>
              <p:cNvSpPr txBox="1"/>
              <p:nvPr/>
            </p:nvSpPr>
            <p:spPr>
              <a:xfrm>
                <a:off x="3018489" y="2725999"/>
                <a:ext cx="281552" cy="28225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C45D2CA-7E84-A0D4-F174-D0DB4E03D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8489" y="2725999"/>
                <a:ext cx="281552" cy="282257"/>
              </a:xfrm>
              <a:prstGeom prst="rect">
                <a:avLst/>
              </a:prstGeom>
              <a:blipFill>
                <a:blip r:embed="rId2"/>
                <a:stretch>
                  <a:fillRect l="-26087" t="-4348" r="-17391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B8FF12A-33AB-89CF-0DD8-A19072281315}"/>
                  </a:ext>
                </a:extLst>
              </p:cNvPr>
              <p:cNvSpPr txBox="1"/>
              <p:nvPr/>
            </p:nvSpPr>
            <p:spPr>
              <a:xfrm>
                <a:off x="5892621" y="3474522"/>
                <a:ext cx="349034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B8FF12A-33AB-89CF-0DD8-A190722813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621" y="3474522"/>
                <a:ext cx="349034" cy="276999"/>
              </a:xfrm>
              <a:prstGeom prst="rect">
                <a:avLst/>
              </a:prstGeom>
              <a:blipFill>
                <a:blip r:embed="rId3"/>
                <a:stretch>
                  <a:fillRect l="-10714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8A51C3C8-BE62-2B2A-9CC8-547ECF5BD23D}"/>
              </a:ext>
            </a:extLst>
          </p:cNvPr>
          <p:cNvGrpSpPr/>
          <p:nvPr/>
        </p:nvGrpSpPr>
        <p:grpSpPr>
          <a:xfrm>
            <a:off x="3755923" y="2531469"/>
            <a:ext cx="1052051" cy="714171"/>
            <a:chOff x="3755923" y="2433146"/>
            <a:chExt cx="1052051" cy="71417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EEF1B70-F7ED-8B65-9902-89B4962A0593}"/>
                </a:ext>
              </a:extLst>
            </p:cNvPr>
            <p:cNvSpPr/>
            <p:nvPr/>
          </p:nvSpPr>
          <p:spPr>
            <a:xfrm>
              <a:off x="3755923" y="2433146"/>
              <a:ext cx="1052051" cy="71417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9E5A26B-0528-09FD-9CCE-29CDD10D9061}"/>
                    </a:ext>
                  </a:extLst>
                </p:cNvPr>
                <p:cNvSpPr txBox="1"/>
                <p:nvPr/>
              </p:nvSpPr>
              <p:spPr>
                <a:xfrm>
                  <a:off x="4048800" y="2470574"/>
                  <a:ext cx="533608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sz="1600" b="0" i="1" baseline="3000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9E5A26B-0528-09FD-9CCE-29CDD10D90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48800" y="2470574"/>
                  <a:ext cx="533608" cy="246221"/>
                </a:xfrm>
                <a:prstGeom prst="rect">
                  <a:avLst/>
                </a:prstGeom>
                <a:blipFill>
                  <a:blip r:embed="rId4"/>
                  <a:stretch>
                    <a:fillRect l="-9302" r="-13953" b="-3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F28B733-4A15-FDFC-D69D-AF0020590042}"/>
                    </a:ext>
                  </a:extLst>
                </p:cNvPr>
                <p:cNvSpPr txBox="1"/>
                <p:nvPr/>
              </p:nvSpPr>
              <p:spPr>
                <a:xfrm>
                  <a:off x="3872045" y="2727268"/>
                  <a:ext cx="316497" cy="28238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p>
                        </m:sSubSup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F28B733-4A15-FDFC-D69D-AF0020590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2045" y="2727268"/>
                  <a:ext cx="316497" cy="282385"/>
                </a:xfrm>
                <a:prstGeom prst="rect">
                  <a:avLst/>
                </a:prstGeom>
                <a:blipFill>
                  <a:blip r:embed="rId5"/>
                  <a:stretch>
                    <a:fillRect l="-15385" r="-7692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0D6E3ADB-C3FC-2405-DEB6-CB2BC9B01E51}"/>
                    </a:ext>
                  </a:extLst>
                </p:cNvPr>
                <p:cNvSpPr txBox="1"/>
                <p:nvPr/>
              </p:nvSpPr>
              <p:spPr>
                <a:xfrm>
                  <a:off x="4417735" y="2742016"/>
                  <a:ext cx="316497" cy="2857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sub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p>
                        </m:sSubSup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0D6E3ADB-C3FC-2405-DEB6-CB2BC9B01E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7735" y="2742016"/>
                  <a:ext cx="316497" cy="285784"/>
                </a:xfrm>
                <a:prstGeom prst="rect">
                  <a:avLst/>
                </a:prstGeom>
                <a:blipFill>
                  <a:blip r:embed="rId6"/>
                  <a:stretch>
                    <a:fillRect l="-20000" r="-4000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146D06E-DFD2-5671-BAC4-BB9D597F5A68}"/>
                  </a:ext>
                </a:extLst>
              </p:cNvPr>
              <p:cNvSpPr txBox="1"/>
              <p:nvPr/>
            </p:nvSpPr>
            <p:spPr>
              <a:xfrm>
                <a:off x="5373325" y="2853816"/>
                <a:ext cx="281552" cy="2836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146D06E-DFD2-5671-BAC4-BB9D597F5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3325" y="2853816"/>
                <a:ext cx="281552" cy="283667"/>
              </a:xfrm>
              <a:prstGeom prst="rect">
                <a:avLst/>
              </a:prstGeom>
              <a:blipFill>
                <a:blip r:embed="rId7"/>
                <a:stretch>
                  <a:fillRect l="-20833" t="-4167" r="-1250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Striped Right Arrow 63">
            <a:extLst>
              <a:ext uri="{FF2B5EF4-FFF2-40B4-BE49-F238E27FC236}">
                <a16:creationId xmlns:a16="http://schemas.microsoft.com/office/drawing/2014/main" id="{89D840FD-D9EE-C33F-ED8E-53A7D7C66E12}"/>
              </a:ext>
            </a:extLst>
          </p:cNvPr>
          <p:cNvSpPr/>
          <p:nvPr/>
        </p:nvSpPr>
        <p:spPr>
          <a:xfrm>
            <a:off x="1769807" y="3505711"/>
            <a:ext cx="585117" cy="14205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Striped Right Arrow 64">
            <a:extLst>
              <a:ext uri="{FF2B5EF4-FFF2-40B4-BE49-F238E27FC236}">
                <a16:creationId xmlns:a16="http://schemas.microsoft.com/office/drawing/2014/main" id="{59686BAC-87CA-92AB-2C70-57D46D1BB9F3}"/>
              </a:ext>
            </a:extLst>
          </p:cNvPr>
          <p:cNvSpPr/>
          <p:nvPr/>
        </p:nvSpPr>
        <p:spPr>
          <a:xfrm>
            <a:off x="6302480" y="3541651"/>
            <a:ext cx="585117" cy="14205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8A2958B-F7E0-8D43-1E37-2A7AC017332E}"/>
                  </a:ext>
                </a:extLst>
              </p:cNvPr>
              <p:cNvSpPr txBox="1"/>
              <p:nvPr/>
            </p:nvSpPr>
            <p:spPr>
              <a:xfrm>
                <a:off x="2462637" y="3410610"/>
                <a:ext cx="24519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8A2958B-F7E0-8D43-1E37-2A7AC01733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2637" y="3410610"/>
                <a:ext cx="245195" cy="276999"/>
              </a:xfrm>
              <a:prstGeom prst="rect">
                <a:avLst/>
              </a:prstGeom>
              <a:blipFill>
                <a:blip r:embed="rId8"/>
                <a:stretch>
                  <a:fillRect l="-19048" r="-4762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C37FD6ED-B723-42FF-5B4E-CA928633D11D}"/>
              </a:ext>
            </a:extLst>
          </p:cNvPr>
          <p:cNvCxnSpPr>
            <a:cxnSpLocks/>
            <a:endCxn id="83" idx="0"/>
          </p:cNvCxnSpPr>
          <p:nvPr/>
        </p:nvCxnSpPr>
        <p:spPr>
          <a:xfrm>
            <a:off x="5983192" y="3751521"/>
            <a:ext cx="0" cy="333789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333496A-DB0F-838C-DC04-9CC4FA4B87E1}"/>
                  </a:ext>
                </a:extLst>
              </p:cNvPr>
              <p:cNvSpPr txBox="1"/>
              <p:nvPr/>
            </p:nvSpPr>
            <p:spPr>
              <a:xfrm>
                <a:off x="5884607" y="4085310"/>
                <a:ext cx="1971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333496A-DB0F-838C-DC04-9CC4FA4B8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4607" y="4085310"/>
                <a:ext cx="197169" cy="276999"/>
              </a:xfrm>
              <a:prstGeom prst="rect">
                <a:avLst/>
              </a:prstGeom>
              <a:blipFill>
                <a:blip r:embed="rId9"/>
                <a:stretch>
                  <a:fillRect l="-35294" r="-29412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1EB25DCB-6FB6-E5A0-B790-6A52A16EE832}"/>
                  </a:ext>
                </a:extLst>
              </p:cNvPr>
              <p:cNvSpPr txBox="1"/>
              <p:nvPr/>
            </p:nvSpPr>
            <p:spPr>
              <a:xfrm>
                <a:off x="6041917" y="3753471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1EB25DCB-6FB6-E5A0-B790-6A52A16EE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1917" y="3753471"/>
                <a:ext cx="281552" cy="276999"/>
              </a:xfrm>
              <a:prstGeom prst="rect">
                <a:avLst/>
              </a:prstGeom>
              <a:blipFill>
                <a:blip r:embed="rId10"/>
                <a:stretch>
                  <a:fillRect l="-21739" r="-8696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Title 85">
            <a:extLst>
              <a:ext uri="{FF2B5EF4-FFF2-40B4-BE49-F238E27FC236}">
                <a16:creationId xmlns:a16="http://schemas.microsoft.com/office/drawing/2014/main" id="{52A30558-4A7C-340E-B8A4-599A1D030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Branchjoin</a:t>
            </a:r>
            <a:endParaRPr lang="en-US" dirty="0"/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368B1C18-C27E-F3E2-DB68-01E3D2FBEA9B}"/>
              </a:ext>
            </a:extLst>
          </p:cNvPr>
          <p:cNvCxnSpPr>
            <a:cxnSpLocks/>
            <a:stCxn id="66" idx="3"/>
            <a:endCxn id="18" idx="1"/>
          </p:cNvCxnSpPr>
          <p:nvPr/>
        </p:nvCxnSpPr>
        <p:spPr>
          <a:xfrm>
            <a:off x="2707832" y="3549110"/>
            <a:ext cx="968066" cy="774880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C460A637-B205-D2DF-34B6-BBD86031CE3C}"/>
                  </a:ext>
                </a:extLst>
              </p:cNvPr>
              <p:cNvSpPr txBox="1"/>
              <p:nvPr/>
            </p:nvSpPr>
            <p:spPr>
              <a:xfrm>
                <a:off x="3003739" y="4048440"/>
                <a:ext cx="281552" cy="2808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C460A637-B205-D2DF-34B6-BBD86031CE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3739" y="4048440"/>
                <a:ext cx="281552" cy="280846"/>
              </a:xfrm>
              <a:prstGeom prst="rect">
                <a:avLst/>
              </a:prstGeom>
              <a:blipFill>
                <a:blip r:embed="rId11"/>
                <a:stretch>
                  <a:fillRect l="-26087" r="-13043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1622531B-AE69-090E-54B0-9F56EAEBBCD9}"/>
              </a:ext>
            </a:extLst>
          </p:cNvPr>
          <p:cNvCxnSpPr>
            <a:cxnSpLocks/>
            <a:stCxn id="18" idx="3"/>
            <a:endCxn id="40" idx="1"/>
          </p:cNvCxnSpPr>
          <p:nvPr/>
        </p:nvCxnSpPr>
        <p:spPr>
          <a:xfrm flipV="1">
            <a:off x="4727949" y="3613022"/>
            <a:ext cx="1164672" cy="710968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85FB74B0-116C-7ECB-1600-0C612BE3F084}"/>
                  </a:ext>
                </a:extLst>
              </p:cNvPr>
              <p:cNvSpPr txBox="1"/>
              <p:nvPr/>
            </p:nvSpPr>
            <p:spPr>
              <a:xfrm>
                <a:off x="5388072" y="4077934"/>
                <a:ext cx="281552" cy="2836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85FB74B0-116C-7ECB-1600-0C612BE3F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8072" y="4077934"/>
                <a:ext cx="281552" cy="283667"/>
              </a:xfrm>
              <a:prstGeom prst="rect">
                <a:avLst/>
              </a:prstGeom>
              <a:blipFill>
                <a:blip r:embed="rId12"/>
                <a:stretch>
                  <a:fillRect l="-26087" r="-8696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97F2F9B3-4E4B-10B5-7A1D-604320DB255C}"/>
              </a:ext>
            </a:extLst>
          </p:cNvPr>
          <p:cNvGrpSpPr/>
          <p:nvPr/>
        </p:nvGrpSpPr>
        <p:grpSpPr>
          <a:xfrm>
            <a:off x="3675898" y="3966904"/>
            <a:ext cx="1052051" cy="714171"/>
            <a:chOff x="3755923" y="2433146"/>
            <a:chExt cx="1052051" cy="714171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0A8295F-80FB-5C5C-54B3-F12F5C7EE227}"/>
                </a:ext>
              </a:extLst>
            </p:cNvPr>
            <p:cNvSpPr/>
            <p:nvPr/>
          </p:nvSpPr>
          <p:spPr>
            <a:xfrm>
              <a:off x="3755923" y="2433146"/>
              <a:ext cx="1052051" cy="71417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957F1ADF-49A1-F74B-FE4F-63F6B0ACEF31}"/>
                    </a:ext>
                  </a:extLst>
                </p:cNvPr>
                <p:cNvSpPr txBox="1"/>
                <p:nvPr/>
              </p:nvSpPr>
              <p:spPr>
                <a:xfrm>
                  <a:off x="4048800" y="2470574"/>
                  <a:ext cx="571182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p>
                            <m:r>
                              <a:rPr lang="en-US" sz="1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p>
                        </m:sSup>
                        <m:r>
                          <a:rPr lang="en-US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957F1ADF-49A1-F74B-FE4F-63F6B0ACE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48800" y="2470574"/>
                  <a:ext cx="571182" cy="246221"/>
                </a:xfrm>
                <a:prstGeom prst="rect">
                  <a:avLst/>
                </a:prstGeom>
                <a:blipFill>
                  <a:blip r:embed="rId13"/>
                  <a:stretch>
                    <a:fillRect l="-8696" t="-5000" r="-13043" b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7DBCAA9-9509-1469-66EC-61473DB899D4}"/>
                    </a:ext>
                  </a:extLst>
                </p:cNvPr>
                <p:cNvSpPr txBox="1"/>
                <p:nvPr/>
              </p:nvSpPr>
              <p:spPr>
                <a:xfrm>
                  <a:off x="3872045" y="2727268"/>
                  <a:ext cx="314381" cy="2809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p>
                        </m:sSubSup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7DBCAA9-9509-1469-66EC-61473DB899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2045" y="2727268"/>
                  <a:ext cx="314381" cy="280974"/>
                </a:xfrm>
                <a:prstGeom prst="rect">
                  <a:avLst/>
                </a:prstGeom>
                <a:blipFill>
                  <a:blip r:embed="rId14"/>
                  <a:stretch>
                    <a:fillRect l="-15385" r="-3846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CF12D8DC-EDAB-0AED-DD3E-355FB27D0906}"/>
                    </a:ext>
                  </a:extLst>
                </p:cNvPr>
                <p:cNvSpPr txBox="1"/>
                <p:nvPr/>
              </p:nvSpPr>
              <p:spPr>
                <a:xfrm>
                  <a:off x="4417735" y="2742016"/>
                  <a:ext cx="314381" cy="2843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sub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p>
                        </m:sSubSup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CF12D8DC-EDAB-0AED-DD3E-355FB27D09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7735" y="2742016"/>
                  <a:ext cx="314381" cy="284373"/>
                </a:xfrm>
                <a:prstGeom prst="rect">
                  <a:avLst/>
                </a:prstGeom>
                <a:blipFill>
                  <a:blip r:embed="rId15"/>
                  <a:stretch>
                    <a:fillRect l="-15385" r="-3846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377555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135C2-ACE0-B0DF-3F4F-D5BCDD53D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itle 85">
            <a:extLst>
              <a:ext uri="{FF2B5EF4-FFF2-40B4-BE49-F238E27FC236}">
                <a16:creationId xmlns:a16="http://schemas.microsoft.com/office/drawing/2014/main" id="{F9D277DE-7AF9-447B-6514-46CE24D27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Herbert’s Network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2054EA-695C-AAD9-B4C5-BA230CFCBE5C}"/>
                  </a:ext>
                </a:extLst>
              </p:cNvPr>
              <p:cNvSpPr txBox="1"/>
              <p:nvPr/>
            </p:nvSpPr>
            <p:spPr>
              <a:xfrm>
                <a:off x="2535704" y="2974427"/>
                <a:ext cx="1035989" cy="2819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→</m:t>
                          </m:r>
                        </m:e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2054EA-695C-AAD9-B4C5-BA230CFCBE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5704" y="2974427"/>
                <a:ext cx="1035989" cy="281937"/>
              </a:xfrm>
              <a:prstGeom prst="rect">
                <a:avLst/>
              </a:prstGeom>
              <a:blipFill>
                <a:blip r:embed="rId2"/>
                <a:stretch>
                  <a:fillRect l="-4819" t="-4348" r="-1205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15C50A65-66D7-E2C2-C438-C26F47E845F0}"/>
              </a:ext>
            </a:extLst>
          </p:cNvPr>
          <p:cNvSpPr/>
          <p:nvPr/>
        </p:nvSpPr>
        <p:spPr>
          <a:xfrm>
            <a:off x="2353453" y="2646196"/>
            <a:ext cx="1364383" cy="15545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687416C-175E-9ECA-A33B-83B07FAD8F32}"/>
                  </a:ext>
                </a:extLst>
              </p:cNvPr>
              <p:cNvSpPr txBox="1"/>
              <p:nvPr/>
            </p:nvSpPr>
            <p:spPr>
              <a:xfrm>
                <a:off x="3995787" y="2912642"/>
                <a:ext cx="1133452" cy="4151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↔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</m:sSub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687416C-175E-9ECA-A33B-83B07FAD8F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787" y="2912642"/>
                <a:ext cx="1133452" cy="415178"/>
              </a:xfrm>
              <a:prstGeom prst="rect">
                <a:avLst/>
              </a:prstGeom>
              <a:blipFill>
                <a:blip r:embed="rId3"/>
                <a:stretch>
                  <a:fillRect l="-3333" t="-2941" r="-1111" b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3F813B22-6FEE-8A28-88B6-13E47EC730EE}"/>
              </a:ext>
            </a:extLst>
          </p:cNvPr>
          <p:cNvSpPr/>
          <p:nvPr/>
        </p:nvSpPr>
        <p:spPr>
          <a:xfrm>
            <a:off x="3793650" y="2646197"/>
            <a:ext cx="1494126" cy="15545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59699B-DB34-DA73-3416-116B3955BB75}"/>
              </a:ext>
            </a:extLst>
          </p:cNvPr>
          <p:cNvSpPr txBox="1"/>
          <p:nvPr/>
        </p:nvSpPr>
        <p:spPr>
          <a:xfrm>
            <a:off x="2631536" y="2318719"/>
            <a:ext cx="9989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Module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B8DCB6-6D0C-0E3E-73C9-0DD0ECA670F9}"/>
              </a:ext>
            </a:extLst>
          </p:cNvPr>
          <p:cNvSpPr txBox="1"/>
          <p:nvPr/>
        </p:nvSpPr>
        <p:spPr>
          <a:xfrm>
            <a:off x="3786562" y="2318719"/>
            <a:ext cx="9989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Module 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FE45E57-E368-2BAD-B17E-241A0086C8B4}"/>
              </a:ext>
            </a:extLst>
          </p:cNvPr>
          <p:cNvSpPr/>
          <p:nvPr/>
        </p:nvSpPr>
        <p:spPr>
          <a:xfrm>
            <a:off x="2353453" y="3026057"/>
            <a:ext cx="182880" cy="178676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6CD079D-A63F-CDDF-0C32-ACADFA7390CF}"/>
              </a:ext>
            </a:extLst>
          </p:cNvPr>
          <p:cNvSpPr/>
          <p:nvPr/>
        </p:nvSpPr>
        <p:spPr>
          <a:xfrm>
            <a:off x="3519110" y="3026057"/>
            <a:ext cx="182880" cy="178676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E4A96DF-C310-786F-123D-FBB2136DBF77}"/>
              </a:ext>
            </a:extLst>
          </p:cNvPr>
          <p:cNvSpPr/>
          <p:nvPr/>
        </p:nvSpPr>
        <p:spPr>
          <a:xfrm>
            <a:off x="3828026" y="3043250"/>
            <a:ext cx="182880" cy="178676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A7F4A15-3975-2927-3E5B-A985DED4F914}"/>
              </a:ext>
            </a:extLst>
          </p:cNvPr>
          <p:cNvSpPr/>
          <p:nvPr/>
        </p:nvSpPr>
        <p:spPr>
          <a:xfrm>
            <a:off x="5104896" y="3043250"/>
            <a:ext cx="182880" cy="178676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B75FC26-1395-A015-3BFF-8BC2C96BB353}"/>
                  </a:ext>
                </a:extLst>
              </p:cNvPr>
              <p:cNvSpPr txBox="1"/>
              <p:nvPr/>
            </p:nvSpPr>
            <p:spPr>
              <a:xfrm>
                <a:off x="3047011" y="3782767"/>
                <a:ext cx="670825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B75FC26-1395-A015-3BFF-8BC2C96BB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011" y="3782767"/>
                <a:ext cx="670825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FE64C12-1B5B-B94B-B5EC-610A98BAEF18}"/>
                  </a:ext>
                </a:extLst>
              </p:cNvPr>
              <p:cNvSpPr txBox="1"/>
              <p:nvPr/>
            </p:nvSpPr>
            <p:spPr>
              <a:xfrm rot="5400000">
                <a:off x="3130579" y="3365048"/>
                <a:ext cx="542328" cy="2819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→</m:t>
                          </m:r>
                        </m:e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FE64C12-1B5B-B94B-B5EC-610A98BAEF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130579" y="3365048"/>
                <a:ext cx="542328" cy="281937"/>
              </a:xfrm>
              <a:prstGeom prst="rect">
                <a:avLst/>
              </a:prstGeom>
              <a:blipFill>
                <a:blip r:embed="rId5"/>
                <a:stretch>
                  <a:fillRect t="-4545" r="-4348" b="-2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124B3D4-7CDF-7A56-299F-1DB2F557D06A}"/>
                  </a:ext>
                </a:extLst>
              </p:cNvPr>
              <p:cNvSpPr txBox="1"/>
              <p:nvPr/>
            </p:nvSpPr>
            <p:spPr>
              <a:xfrm>
                <a:off x="4620436" y="3799240"/>
                <a:ext cx="670825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124B3D4-7CDF-7A56-299F-1DB2F557D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0436" y="3799240"/>
                <a:ext cx="670825" cy="5539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3CD3CC7-7895-3480-08EC-1FFEBE1F3F70}"/>
                  </a:ext>
                </a:extLst>
              </p:cNvPr>
              <p:cNvSpPr txBox="1"/>
              <p:nvPr/>
            </p:nvSpPr>
            <p:spPr>
              <a:xfrm rot="5400000">
                <a:off x="4751293" y="3430949"/>
                <a:ext cx="447750" cy="2819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→</m:t>
                          </m:r>
                        </m:e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3CD3CC7-7895-3480-08EC-1FFEBE1F3F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4751293" y="3430949"/>
                <a:ext cx="447750" cy="281937"/>
              </a:xfrm>
              <a:prstGeom prst="rect">
                <a:avLst/>
              </a:prstGeom>
              <a:blipFill>
                <a:blip r:embed="rId7"/>
                <a:stretch>
                  <a:fillRect t="-5405" r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4634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EC629404-60BE-1CED-82F9-553AEF99C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195" y="1600200"/>
            <a:ext cx="1392389" cy="36576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A471056-EE74-D52F-522B-4B5A21388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412" y="1691640"/>
            <a:ext cx="1130337" cy="347472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5A2A745-0164-5AB6-770A-A28274205450}"/>
              </a:ext>
            </a:extLst>
          </p:cNvPr>
          <p:cNvSpPr txBox="1"/>
          <p:nvPr/>
        </p:nvSpPr>
        <p:spPr>
          <a:xfrm>
            <a:off x="2734943" y="2248932"/>
            <a:ext cx="314510" cy="400110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941843E-4A5D-2558-F768-F98D2D8062BA}"/>
                  </a:ext>
                </a:extLst>
              </p:cNvPr>
              <p:cNvSpPr txBox="1"/>
              <p:nvPr/>
            </p:nvSpPr>
            <p:spPr>
              <a:xfrm>
                <a:off x="2786430" y="1513700"/>
                <a:ext cx="29918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941843E-4A5D-2558-F768-F98D2D8062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6430" y="1513700"/>
                <a:ext cx="299184" cy="276999"/>
              </a:xfrm>
              <a:prstGeom prst="rect">
                <a:avLst/>
              </a:prstGeom>
              <a:blipFill>
                <a:blip r:embed="rId4"/>
                <a:stretch>
                  <a:fillRect l="-16667" r="-8333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341D62B-E559-6C4C-2407-56340F5853FD}"/>
                  </a:ext>
                </a:extLst>
              </p:cNvPr>
              <p:cNvSpPr txBox="1"/>
              <p:nvPr/>
            </p:nvSpPr>
            <p:spPr>
              <a:xfrm>
                <a:off x="1876151" y="1888524"/>
                <a:ext cx="29918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341D62B-E559-6C4C-2407-56340F585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6151" y="1888524"/>
                <a:ext cx="299184" cy="276999"/>
              </a:xfrm>
              <a:prstGeom prst="rect">
                <a:avLst/>
              </a:prstGeom>
              <a:blipFill>
                <a:blip r:embed="rId5"/>
                <a:stretch>
                  <a:fillRect l="-16000" r="-4000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894346F-33C8-8109-2F67-3DDB1F6E36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045932" y="2261287"/>
                <a:ext cx="1188720" cy="118872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ℳ</m:t>
                      </m:r>
                      <m:r>
                        <a:rPr lang="en-US" i="1" baseline="-25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894346F-33C8-8109-2F67-3DDB1F6E36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5932" y="2261287"/>
                <a:ext cx="1188720" cy="11887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9E9A3032-EF11-6824-0C43-33ACD5BF5598}"/>
              </a:ext>
            </a:extLst>
          </p:cNvPr>
          <p:cNvSpPr txBox="1"/>
          <p:nvPr/>
        </p:nvSpPr>
        <p:spPr>
          <a:xfrm>
            <a:off x="2722586" y="3476369"/>
            <a:ext cx="314510" cy="4001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7B1C56F3-5E40-5C61-99F5-80BB69F7FBB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249551" y="3476369"/>
                <a:ext cx="1188720" cy="1188720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ℳ</m:t>
                      </m:r>
                      <m:r>
                        <a:rPr lang="en-US" i="1" baseline="-25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7B1C56F3-5E40-5C61-99F5-80BB69F7FB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9551" y="3476369"/>
                <a:ext cx="1188720" cy="11887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itle 29">
            <a:extLst>
              <a:ext uri="{FF2B5EF4-FFF2-40B4-BE49-F238E27FC236}">
                <a16:creationId xmlns:a16="http://schemas.microsoft.com/office/drawing/2014/main" id="{BC3AA9F8-AC43-CF5A-5E15-42D3C455A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 Jacobian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E3C7AA2-00D2-A418-E06D-0A538474F3AA}"/>
              </a:ext>
            </a:extLst>
          </p:cNvPr>
          <p:cNvSpPr>
            <a:spLocks/>
          </p:cNvSpPr>
          <p:nvPr/>
        </p:nvSpPr>
        <p:spPr>
          <a:xfrm>
            <a:off x="2734943" y="1922465"/>
            <a:ext cx="2703328" cy="30010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731835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B5D77-D685-C424-9CA2-EC4A3293D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2BB9B683-2259-2487-0FB1-94E9B4503A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981" y="1600200"/>
            <a:ext cx="1392389" cy="36576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0B4CCDB-C456-3238-4EA9-BABE44498B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3760" y="1691640"/>
            <a:ext cx="1130337" cy="34747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443F7E9-CF42-0AF7-B386-2598FE890044}"/>
                  </a:ext>
                </a:extLst>
              </p:cNvPr>
              <p:cNvSpPr txBox="1"/>
              <p:nvPr/>
            </p:nvSpPr>
            <p:spPr>
              <a:xfrm>
                <a:off x="5412627" y="1513700"/>
                <a:ext cx="2938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443F7E9-CF42-0AF7-B386-2598FE8900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27" y="1513700"/>
                <a:ext cx="293863" cy="276999"/>
              </a:xfrm>
              <a:prstGeom prst="rect">
                <a:avLst/>
              </a:prstGeom>
              <a:blipFill>
                <a:blip r:embed="rId4"/>
                <a:stretch>
                  <a:fillRect l="-20833" r="-4167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8777DE3-5E3D-C514-4D85-A6CE1CBE3F04}"/>
                  </a:ext>
                </a:extLst>
              </p:cNvPr>
              <p:cNvSpPr txBox="1"/>
              <p:nvPr/>
            </p:nvSpPr>
            <p:spPr>
              <a:xfrm>
                <a:off x="1863795" y="4681160"/>
                <a:ext cx="2938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8777DE3-5E3D-C514-4D85-A6CE1CBE3F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3795" y="4681160"/>
                <a:ext cx="293863" cy="276999"/>
              </a:xfrm>
              <a:prstGeom prst="rect">
                <a:avLst/>
              </a:prstGeom>
              <a:blipFill>
                <a:blip r:embed="rId5"/>
                <a:stretch>
                  <a:fillRect l="-16667" r="-8333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7AEA308-BE30-3F96-8043-BF55377A516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922362" y="2150074"/>
                <a:ext cx="1188720" cy="118872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ℳ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7AEA308-BE30-3F96-8043-BF55377A51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2362" y="2150074"/>
                <a:ext cx="1188720" cy="11887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AB347E8-7AF4-A6F5-665E-45B559168B5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25981" y="3365156"/>
                <a:ext cx="1188720" cy="1188720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ℳ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="0" i="0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baseline="-25000" dirty="0"/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AB347E8-7AF4-A6F5-665E-45B559168B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5981" y="3365156"/>
                <a:ext cx="1188720" cy="11887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itle 29">
            <a:extLst>
              <a:ext uri="{FF2B5EF4-FFF2-40B4-BE49-F238E27FC236}">
                <a16:creationId xmlns:a16="http://schemas.microsoft.com/office/drawing/2014/main" id="{84556FDF-D043-AC39-20A2-F718F0A89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 Jacobian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C209E7F9-39BB-33E4-F812-00C4DAD25EE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865943" y="4641328"/>
                <a:ext cx="1188720" cy="31683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ℳ</m:t>
                      </m:r>
                      <m:r>
                        <a:rPr lang="en-US" i="1" baseline="-25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C209E7F9-39BB-33E4-F812-00C4DAD25E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5943" y="4641328"/>
                <a:ext cx="1188720" cy="316831"/>
              </a:xfrm>
              <a:prstGeom prst="rect">
                <a:avLst/>
              </a:prstGeom>
              <a:blipFill>
                <a:blip r:embed="rId8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59CE38E8-506A-B978-C685-69CF8B3309E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07343" y="4641327"/>
                <a:ext cx="1188720" cy="316831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ℳ</m:t>
                      </m:r>
                      <m:r>
                        <a:rPr lang="en-US" i="1" baseline="-25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aseline="-25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baseline="-25000" dirty="0"/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59CE38E8-506A-B978-C685-69CF8B3309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7343" y="4641327"/>
                <a:ext cx="1188720" cy="316831"/>
              </a:xfrm>
              <a:prstGeom prst="rect">
                <a:avLst/>
              </a:prstGeom>
              <a:blipFill>
                <a:blip r:embed="rId9"/>
                <a:stretch>
                  <a:fillRect b="-384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2F4F45E9-54B4-9A83-E8FC-36B7EC911A06}"/>
              </a:ext>
            </a:extLst>
          </p:cNvPr>
          <p:cNvSpPr>
            <a:spLocks/>
          </p:cNvSpPr>
          <p:nvPr/>
        </p:nvSpPr>
        <p:spPr>
          <a:xfrm rot="5400000">
            <a:off x="4161726" y="3400976"/>
            <a:ext cx="2801905" cy="30010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186548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9E5A26B-0528-09FD-9CCE-29CDD10D9061}"/>
                  </a:ext>
                </a:extLst>
              </p:cNvPr>
              <p:cNvSpPr txBox="1"/>
              <p:nvPr/>
            </p:nvSpPr>
            <p:spPr>
              <a:xfrm>
                <a:off x="4048800" y="2018290"/>
                <a:ext cx="454099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9E5A26B-0528-09FD-9CCE-29CDD10D9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8800" y="2018290"/>
                <a:ext cx="454099" cy="246221"/>
              </a:xfrm>
              <a:prstGeom prst="rect">
                <a:avLst/>
              </a:prstGeom>
              <a:blipFill>
                <a:blip r:embed="rId2"/>
                <a:stretch>
                  <a:fillRect l="-10811" r="-1621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F28B733-4A15-FDFC-D69D-AF0020590042}"/>
                  </a:ext>
                </a:extLst>
              </p:cNvPr>
              <p:cNvSpPr txBox="1"/>
              <p:nvPr/>
            </p:nvSpPr>
            <p:spPr>
              <a:xfrm>
                <a:off x="3636070" y="2274984"/>
                <a:ext cx="5057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F28B733-4A15-FDFC-D69D-AF0020590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6070" y="2274984"/>
                <a:ext cx="505716" cy="276999"/>
              </a:xfrm>
              <a:prstGeom prst="rect">
                <a:avLst/>
              </a:prstGeom>
              <a:blipFill>
                <a:blip r:embed="rId3"/>
                <a:stretch>
                  <a:fillRect l="-10000" r="-2500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94E69BF-29BC-2F37-1F0C-D9F9D0A48382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2956311" y="2403652"/>
            <a:ext cx="656704" cy="14750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C45D2CA-7E84-A0D4-F174-D0DB4E03D65F}"/>
                  </a:ext>
                </a:extLst>
              </p:cNvPr>
              <p:cNvSpPr txBox="1"/>
              <p:nvPr/>
            </p:nvSpPr>
            <p:spPr>
              <a:xfrm>
                <a:off x="3146309" y="2077068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C45D2CA-7E84-A0D4-F174-D0DB4E03D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6309" y="2077068"/>
                <a:ext cx="281552" cy="276999"/>
              </a:xfrm>
              <a:prstGeom prst="rect">
                <a:avLst/>
              </a:prstGeom>
              <a:blipFill>
                <a:blip r:embed="rId4"/>
                <a:stretch>
                  <a:fillRect l="-17391" r="-8696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D6E3ADB-C3FC-2405-DEB6-CB2BC9B01E51}"/>
                  </a:ext>
                </a:extLst>
              </p:cNvPr>
              <p:cNvSpPr txBox="1"/>
              <p:nvPr/>
            </p:nvSpPr>
            <p:spPr>
              <a:xfrm>
                <a:off x="4329245" y="2289732"/>
                <a:ext cx="55579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D6E3ADB-C3FC-2405-DEB6-CB2BC9B01E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9245" y="2289732"/>
                <a:ext cx="555793" cy="276999"/>
              </a:xfrm>
              <a:prstGeom prst="rect">
                <a:avLst/>
              </a:prstGeom>
              <a:blipFill>
                <a:blip r:embed="rId5"/>
                <a:stretch>
                  <a:fillRect l="-8889" r="-2222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Striped Right Arrow 63">
            <a:extLst>
              <a:ext uri="{FF2B5EF4-FFF2-40B4-BE49-F238E27FC236}">
                <a16:creationId xmlns:a16="http://schemas.microsoft.com/office/drawing/2014/main" id="{89D840FD-D9EE-C33F-ED8E-53A7D7C66E12}"/>
              </a:ext>
            </a:extLst>
          </p:cNvPr>
          <p:cNvSpPr/>
          <p:nvPr/>
        </p:nvSpPr>
        <p:spPr>
          <a:xfrm>
            <a:off x="1327352" y="2306177"/>
            <a:ext cx="585117" cy="14205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Striped Right Arrow 64">
            <a:extLst>
              <a:ext uri="{FF2B5EF4-FFF2-40B4-BE49-F238E27FC236}">
                <a16:creationId xmlns:a16="http://schemas.microsoft.com/office/drawing/2014/main" id="{59686BAC-87CA-92AB-2C70-57D46D1BB9F3}"/>
              </a:ext>
            </a:extLst>
          </p:cNvPr>
          <p:cNvSpPr/>
          <p:nvPr/>
        </p:nvSpPr>
        <p:spPr>
          <a:xfrm>
            <a:off x="6242147" y="2368814"/>
            <a:ext cx="585117" cy="14205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8A2958B-F7E0-8D43-1E37-2A7AC017332E}"/>
                  </a:ext>
                </a:extLst>
              </p:cNvPr>
              <p:cNvSpPr txBox="1"/>
              <p:nvPr/>
            </p:nvSpPr>
            <p:spPr>
              <a:xfrm>
                <a:off x="2010351" y="2240572"/>
                <a:ext cx="27193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8A2958B-F7E0-8D43-1E37-2A7AC01733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0351" y="2240572"/>
                <a:ext cx="271933" cy="276999"/>
              </a:xfrm>
              <a:prstGeom prst="rect">
                <a:avLst/>
              </a:prstGeom>
              <a:blipFill>
                <a:blip r:embed="rId6"/>
                <a:stretch>
                  <a:fillRect l="-18182" r="-4545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BFA971C-BA8E-FFB7-FA69-CA3EDE55367A}"/>
                  </a:ext>
                </a:extLst>
              </p:cNvPr>
              <p:cNvSpPr txBox="1"/>
              <p:nvPr/>
            </p:nvSpPr>
            <p:spPr>
              <a:xfrm>
                <a:off x="5880759" y="2301685"/>
                <a:ext cx="3046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BFA971C-BA8E-FFB7-FA69-CA3EDE5536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0759" y="2301685"/>
                <a:ext cx="304699" cy="276999"/>
              </a:xfrm>
              <a:prstGeom prst="rect">
                <a:avLst/>
              </a:prstGeom>
              <a:blipFill>
                <a:blip r:embed="rId7"/>
                <a:stretch>
                  <a:fillRect l="-20000" r="-4000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6B73C28D-92D6-29E9-997E-5CB7A6547EE9}"/>
              </a:ext>
            </a:extLst>
          </p:cNvPr>
          <p:cNvCxnSpPr>
            <a:cxnSpLocks/>
            <a:stCxn id="66" idx="3"/>
            <a:endCxn id="2" idx="1"/>
          </p:cNvCxnSpPr>
          <p:nvPr/>
        </p:nvCxnSpPr>
        <p:spPr>
          <a:xfrm>
            <a:off x="2282284" y="2379072"/>
            <a:ext cx="421243" cy="4915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D10E9B4-5A00-F415-559F-6BEB39870207}"/>
              </a:ext>
            </a:extLst>
          </p:cNvPr>
          <p:cNvCxnSpPr>
            <a:cxnSpLocks/>
            <a:endCxn id="68" idx="1"/>
          </p:cNvCxnSpPr>
          <p:nvPr/>
        </p:nvCxnSpPr>
        <p:spPr>
          <a:xfrm>
            <a:off x="5384912" y="2440185"/>
            <a:ext cx="495847" cy="0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A17FF63-9BFC-DDBE-6E67-B48CA90BBD94}"/>
                  </a:ext>
                </a:extLst>
              </p:cNvPr>
              <p:cNvSpPr txBox="1"/>
              <p:nvPr/>
            </p:nvSpPr>
            <p:spPr>
              <a:xfrm>
                <a:off x="2344981" y="2047572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A17FF63-9BFC-DDBE-6E67-B48CA90BB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4981" y="2047572"/>
                <a:ext cx="281552" cy="276999"/>
              </a:xfrm>
              <a:prstGeom prst="rect">
                <a:avLst/>
              </a:prstGeom>
              <a:blipFill>
                <a:blip r:embed="rId8"/>
                <a:stretch>
                  <a:fillRect l="-17391" r="-8696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EAC5CAB-5835-E0F9-D8FF-3ACA985C2E46}"/>
                  </a:ext>
                </a:extLst>
              </p:cNvPr>
              <p:cNvSpPr txBox="1"/>
              <p:nvPr/>
            </p:nvSpPr>
            <p:spPr>
              <a:xfrm>
                <a:off x="5327746" y="2074273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EAC5CAB-5835-E0F9-D8FF-3ACA985C2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7746" y="2074273"/>
                <a:ext cx="281552" cy="276999"/>
              </a:xfrm>
              <a:prstGeom prst="rect">
                <a:avLst/>
              </a:prstGeom>
              <a:blipFill>
                <a:blip r:embed="rId9"/>
                <a:stretch>
                  <a:fillRect l="-30435" r="-82609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C37FD6ED-B723-42FF-5B4E-CA928633D11D}"/>
              </a:ext>
            </a:extLst>
          </p:cNvPr>
          <p:cNvCxnSpPr>
            <a:cxnSpLocks/>
            <a:endCxn id="83" idx="0"/>
          </p:cNvCxnSpPr>
          <p:nvPr/>
        </p:nvCxnSpPr>
        <p:spPr>
          <a:xfrm>
            <a:off x="2775247" y="2522487"/>
            <a:ext cx="2623" cy="304293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333496A-DB0F-838C-DC04-9CC4FA4B87E1}"/>
                  </a:ext>
                </a:extLst>
              </p:cNvPr>
              <p:cNvSpPr txBox="1"/>
              <p:nvPr/>
            </p:nvSpPr>
            <p:spPr>
              <a:xfrm>
                <a:off x="2679285" y="2826780"/>
                <a:ext cx="1971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333496A-DB0F-838C-DC04-9CC4FA4B8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9285" y="2826780"/>
                <a:ext cx="197169" cy="276999"/>
              </a:xfrm>
              <a:prstGeom prst="rect">
                <a:avLst/>
              </a:prstGeom>
              <a:blipFill>
                <a:blip r:embed="rId10"/>
                <a:stretch>
                  <a:fillRect l="-37500" r="-37500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Title 85">
            <a:extLst>
              <a:ext uri="{FF2B5EF4-FFF2-40B4-BE49-F238E27FC236}">
                <a16:creationId xmlns:a16="http://schemas.microsoft.com/office/drawing/2014/main" id="{52A30558-4A7C-340E-B8A4-599A1D030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Pathway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3B9FACA-57DB-8F05-A742-69C950B473F5}"/>
                  </a:ext>
                </a:extLst>
              </p:cNvPr>
              <p:cNvSpPr txBox="1"/>
              <p:nvPr/>
            </p:nvSpPr>
            <p:spPr>
              <a:xfrm>
                <a:off x="2703527" y="2245487"/>
                <a:ext cx="26661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3B9FACA-57DB-8F05-A742-69C950B473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3527" y="2245487"/>
                <a:ext cx="266611" cy="276999"/>
              </a:xfrm>
              <a:prstGeom prst="rect">
                <a:avLst/>
              </a:prstGeom>
              <a:blipFill>
                <a:blip r:embed="rId11"/>
                <a:stretch>
                  <a:fillRect l="-18182" r="-9091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51220E1-4119-0C04-0B4E-9B18530899B2}"/>
                  </a:ext>
                </a:extLst>
              </p:cNvPr>
              <p:cNvSpPr txBox="1"/>
              <p:nvPr/>
            </p:nvSpPr>
            <p:spPr>
              <a:xfrm>
                <a:off x="2361793" y="2574106"/>
                <a:ext cx="405239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51220E1-4119-0C04-0B4E-9B18530899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1793" y="2574106"/>
                <a:ext cx="405239" cy="553998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A7DFFF6-1AD1-C410-8DEC-2E5E3D1518E7}"/>
                  </a:ext>
                </a:extLst>
              </p:cNvPr>
              <p:cNvSpPr txBox="1"/>
              <p:nvPr/>
            </p:nvSpPr>
            <p:spPr>
              <a:xfrm>
                <a:off x="3613015" y="2279902"/>
                <a:ext cx="27193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A7DFFF6-1AD1-C410-8DEC-2E5E3D1518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3015" y="2279902"/>
                <a:ext cx="271933" cy="276999"/>
              </a:xfrm>
              <a:prstGeom prst="rect">
                <a:avLst/>
              </a:prstGeom>
              <a:blipFill>
                <a:blip r:embed="rId13"/>
                <a:stretch>
                  <a:fillRect l="-18182" r="-9091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DAF7603-B505-0DF3-C162-75DFB4839A7B}"/>
              </a:ext>
            </a:extLst>
          </p:cNvPr>
          <p:cNvGrpSpPr/>
          <p:nvPr/>
        </p:nvGrpSpPr>
        <p:grpSpPr>
          <a:xfrm>
            <a:off x="3290944" y="2556903"/>
            <a:ext cx="514661" cy="605617"/>
            <a:chOff x="3290944" y="2556903"/>
            <a:chExt cx="514661" cy="605617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31089EC9-D7D2-E3AF-7E73-D8DB8599FEDE}"/>
                </a:ext>
              </a:extLst>
            </p:cNvPr>
            <p:cNvCxnSpPr>
              <a:cxnSpLocks/>
              <a:endCxn id="8" idx="0"/>
            </p:cNvCxnSpPr>
            <p:nvPr/>
          </p:nvCxnSpPr>
          <p:spPr>
            <a:xfrm>
              <a:off x="3704398" y="2556903"/>
              <a:ext cx="2623" cy="304293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A705F41-8161-0BBD-D849-40FFDFA29C05}"/>
                    </a:ext>
                  </a:extLst>
                </p:cNvPr>
                <p:cNvSpPr txBox="1"/>
                <p:nvPr/>
              </p:nvSpPr>
              <p:spPr>
                <a:xfrm>
                  <a:off x="3608436" y="2861196"/>
                  <a:ext cx="1971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∅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A705F41-8161-0BBD-D849-40FFDFA29C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8436" y="2861196"/>
                  <a:ext cx="197169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37500" r="-37500" b="-2173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6BD3381-DCE2-1F9A-BF1D-36E1D8E5D886}"/>
                    </a:ext>
                  </a:extLst>
                </p:cNvPr>
                <p:cNvSpPr txBox="1"/>
                <p:nvPr/>
              </p:nvSpPr>
              <p:spPr>
                <a:xfrm>
                  <a:off x="3290944" y="2608522"/>
                  <a:ext cx="383054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b="0" dirty="0"/>
                </a:p>
                <a:p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6BD3381-DCE2-1F9A-BF1D-36E1D8E5D8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0944" y="2608522"/>
                  <a:ext cx="383054" cy="553998"/>
                </a:xfrm>
                <a:prstGeom prst="rect">
                  <a:avLst/>
                </a:prstGeom>
                <a:blipFill>
                  <a:blip r:embed="rId15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E98E054-F613-DC86-B217-571D5BA7FCE5}"/>
              </a:ext>
            </a:extLst>
          </p:cNvPr>
          <p:cNvCxnSpPr>
            <a:cxnSpLocks/>
          </p:cNvCxnSpPr>
          <p:nvPr/>
        </p:nvCxnSpPr>
        <p:spPr>
          <a:xfrm>
            <a:off x="3905127" y="2418400"/>
            <a:ext cx="656704" cy="14750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F529A77-D061-A013-26AD-6CE3764D7355}"/>
                  </a:ext>
                </a:extLst>
              </p:cNvPr>
              <p:cNvSpPr txBox="1"/>
              <p:nvPr/>
            </p:nvSpPr>
            <p:spPr>
              <a:xfrm>
                <a:off x="4016463" y="2091815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F529A77-D061-A013-26AD-6CE3764D73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6463" y="2091815"/>
                <a:ext cx="281552" cy="276999"/>
              </a:xfrm>
              <a:prstGeom prst="rect">
                <a:avLst/>
              </a:prstGeom>
              <a:blipFill>
                <a:blip r:embed="rId16"/>
                <a:stretch>
                  <a:fillRect l="-21739" r="-4348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E086ACD1-28CD-7162-EE3D-9F9EBDB007A2}"/>
              </a:ext>
            </a:extLst>
          </p:cNvPr>
          <p:cNvGrpSpPr/>
          <p:nvPr/>
        </p:nvGrpSpPr>
        <p:grpSpPr>
          <a:xfrm>
            <a:off x="4775153" y="2397887"/>
            <a:ext cx="353961" cy="49162"/>
            <a:chOff x="5663380" y="5117690"/>
            <a:chExt cx="353961" cy="49162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7A5BC7D5-EEDE-038D-623A-32D7ED8ABDC8}"/>
                </a:ext>
              </a:extLst>
            </p:cNvPr>
            <p:cNvSpPr/>
            <p:nvPr/>
          </p:nvSpPr>
          <p:spPr>
            <a:xfrm>
              <a:off x="5663380" y="5117690"/>
              <a:ext cx="49161" cy="4916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58823D4-80C8-51D5-4548-C95289753C92}"/>
                </a:ext>
              </a:extLst>
            </p:cNvPr>
            <p:cNvSpPr/>
            <p:nvPr/>
          </p:nvSpPr>
          <p:spPr>
            <a:xfrm>
              <a:off x="5815780" y="5117690"/>
              <a:ext cx="49161" cy="4916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D6FD2956-73B9-F916-9F11-D157B6DE9B12}"/>
                </a:ext>
              </a:extLst>
            </p:cNvPr>
            <p:cNvSpPr/>
            <p:nvPr/>
          </p:nvSpPr>
          <p:spPr>
            <a:xfrm>
              <a:off x="5968180" y="5117690"/>
              <a:ext cx="49161" cy="4916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6DFE15C-F5D2-41DE-DCAF-10A25B61F09B}"/>
              </a:ext>
            </a:extLst>
          </p:cNvPr>
          <p:cNvGrpSpPr/>
          <p:nvPr/>
        </p:nvGrpSpPr>
        <p:grpSpPr>
          <a:xfrm>
            <a:off x="5518447" y="2608522"/>
            <a:ext cx="514661" cy="614465"/>
            <a:chOff x="3290944" y="2556903"/>
            <a:chExt cx="514661" cy="614465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6FC748B-5B04-48D4-7FFD-A191C17ED5EE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>
              <a:off x="3704398" y="2556903"/>
              <a:ext cx="2623" cy="304293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00D2E1E-DB16-D6CF-72D5-E888F9613FB5}"/>
                    </a:ext>
                  </a:extLst>
                </p:cNvPr>
                <p:cNvSpPr txBox="1"/>
                <p:nvPr/>
              </p:nvSpPr>
              <p:spPr>
                <a:xfrm>
                  <a:off x="3608436" y="2861196"/>
                  <a:ext cx="1971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∅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00D2E1E-DB16-D6CF-72D5-E888F9613F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8436" y="2861196"/>
                  <a:ext cx="197169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29412" r="-29412" b="-2173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B0CFB5F-E12B-2486-9BD3-BEE73DDEB5BB}"/>
                    </a:ext>
                  </a:extLst>
                </p:cNvPr>
                <p:cNvSpPr txBox="1"/>
                <p:nvPr/>
              </p:nvSpPr>
              <p:spPr>
                <a:xfrm>
                  <a:off x="3290944" y="2608522"/>
                  <a:ext cx="391902" cy="5628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b="0" dirty="0"/>
                </a:p>
                <a:p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B0CFB5F-E12B-2486-9BD3-BEE73DDEB5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0944" y="2608522"/>
                  <a:ext cx="391902" cy="562846"/>
                </a:xfrm>
                <a:prstGeom prst="rect">
                  <a:avLst/>
                </a:prstGeom>
                <a:blipFill>
                  <a:blip r:embed="rId18"/>
                  <a:stretch>
                    <a:fillRect l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279053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EEF1B70-F7ED-8B65-9902-89B4962A0593}"/>
              </a:ext>
            </a:extLst>
          </p:cNvPr>
          <p:cNvSpPr/>
          <p:nvPr/>
        </p:nvSpPr>
        <p:spPr>
          <a:xfrm>
            <a:off x="3595177" y="1971028"/>
            <a:ext cx="1361346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2C497F3-5450-199E-ADFE-23F06A623934}"/>
              </a:ext>
            </a:extLst>
          </p:cNvPr>
          <p:cNvCxnSpPr>
            <a:cxnSpLocks/>
            <a:endCxn id="40" idx="1"/>
          </p:cNvCxnSpPr>
          <p:nvPr/>
        </p:nvCxnSpPr>
        <p:spPr>
          <a:xfrm>
            <a:off x="4759878" y="2422973"/>
            <a:ext cx="955762" cy="343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96D9969-FDCB-6255-18DB-AA075FF0098E}"/>
              </a:ext>
            </a:extLst>
          </p:cNvPr>
          <p:cNvCxnSpPr>
            <a:cxnSpLocks/>
            <a:stCxn id="40" idx="2"/>
            <a:endCxn id="34" idx="2"/>
          </p:cNvCxnSpPr>
          <p:nvPr/>
        </p:nvCxnSpPr>
        <p:spPr>
          <a:xfrm rot="5400000" flipH="1">
            <a:off x="4345291" y="1016949"/>
            <a:ext cx="19664" cy="3070069"/>
          </a:xfrm>
          <a:prstGeom prst="bentConnector3">
            <a:avLst>
              <a:gd name="adj1" fmla="val -2612576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489A0AF-D3AE-FC57-CCB8-20F0AFBBB0F2}"/>
                  </a:ext>
                </a:extLst>
              </p:cNvPr>
              <p:cNvSpPr txBox="1"/>
              <p:nvPr/>
            </p:nvSpPr>
            <p:spPr>
              <a:xfrm>
                <a:off x="4193453" y="3102071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489A0AF-D3AE-FC57-CCB8-20F0AFBBB0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3453" y="3102071"/>
                <a:ext cx="281552" cy="276999"/>
              </a:xfrm>
              <a:prstGeom prst="rect">
                <a:avLst/>
              </a:prstGeom>
              <a:blipFill>
                <a:blip r:embed="rId2"/>
                <a:stretch>
                  <a:fillRect l="-21739" r="-4348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9E5A26B-0528-09FD-9CCE-29CDD10D9061}"/>
                  </a:ext>
                </a:extLst>
              </p:cNvPr>
              <p:cNvSpPr txBox="1"/>
              <p:nvPr/>
            </p:nvSpPr>
            <p:spPr>
              <a:xfrm>
                <a:off x="4048800" y="2018290"/>
                <a:ext cx="454099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9E5A26B-0528-09FD-9CCE-29CDD10D9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8800" y="2018290"/>
                <a:ext cx="454099" cy="246221"/>
              </a:xfrm>
              <a:prstGeom prst="rect">
                <a:avLst/>
              </a:prstGeom>
              <a:blipFill>
                <a:blip r:embed="rId3"/>
                <a:stretch>
                  <a:fillRect l="-10811" r="-1621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57212D3-2CD6-683B-E86A-9281C30FD144}"/>
                  </a:ext>
                </a:extLst>
              </p:cNvPr>
              <p:cNvSpPr txBox="1"/>
              <p:nvPr/>
            </p:nvSpPr>
            <p:spPr>
              <a:xfrm>
                <a:off x="2683864" y="2265152"/>
                <a:ext cx="27244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57212D3-2CD6-683B-E86A-9281C30FD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3864" y="2265152"/>
                <a:ext cx="272447" cy="276999"/>
              </a:xfrm>
              <a:prstGeom prst="rect">
                <a:avLst/>
              </a:prstGeom>
              <a:blipFill>
                <a:blip r:embed="rId4"/>
                <a:stretch>
                  <a:fillRect l="-18182" r="-4545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F28B733-4A15-FDFC-D69D-AF0020590042}"/>
                  </a:ext>
                </a:extLst>
              </p:cNvPr>
              <p:cNvSpPr txBox="1"/>
              <p:nvPr/>
            </p:nvSpPr>
            <p:spPr>
              <a:xfrm>
                <a:off x="3636070" y="2274984"/>
                <a:ext cx="5057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F28B733-4A15-FDFC-D69D-AF0020590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6070" y="2274984"/>
                <a:ext cx="505716" cy="276999"/>
              </a:xfrm>
              <a:prstGeom prst="rect">
                <a:avLst/>
              </a:prstGeom>
              <a:blipFill>
                <a:blip r:embed="rId5"/>
                <a:stretch>
                  <a:fillRect l="-10000" r="-2500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94E69BF-29BC-2F37-1F0C-D9F9D0A48382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2956311" y="2403652"/>
            <a:ext cx="610931" cy="0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C45D2CA-7E84-A0D4-F174-D0DB4E03D65F}"/>
                  </a:ext>
                </a:extLst>
              </p:cNvPr>
              <p:cNvSpPr txBox="1"/>
              <p:nvPr/>
            </p:nvSpPr>
            <p:spPr>
              <a:xfrm>
                <a:off x="3146309" y="2077068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C45D2CA-7E84-A0D4-F174-D0DB4E03D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6309" y="2077068"/>
                <a:ext cx="281552" cy="276999"/>
              </a:xfrm>
              <a:prstGeom prst="rect">
                <a:avLst/>
              </a:prstGeom>
              <a:blipFill>
                <a:blip r:embed="rId6"/>
                <a:stretch>
                  <a:fillRect l="-21739" r="-8696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B8FF12A-33AB-89CF-0DD8-A19072281315}"/>
                  </a:ext>
                </a:extLst>
              </p:cNvPr>
              <p:cNvSpPr txBox="1"/>
              <p:nvPr/>
            </p:nvSpPr>
            <p:spPr>
              <a:xfrm>
                <a:off x="5715640" y="2284816"/>
                <a:ext cx="349034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B8FF12A-33AB-89CF-0DD8-A190722813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640" y="2284816"/>
                <a:ext cx="349034" cy="276999"/>
              </a:xfrm>
              <a:prstGeom prst="rect">
                <a:avLst/>
              </a:prstGeom>
              <a:blipFill>
                <a:blip r:embed="rId7"/>
                <a:stretch>
                  <a:fillRect l="-14286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D6E3ADB-C3FC-2405-DEB6-CB2BC9B01E51}"/>
                  </a:ext>
                </a:extLst>
              </p:cNvPr>
              <p:cNvSpPr txBox="1"/>
              <p:nvPr/>
            </p:nvSpPr>
            <p:spPr>
              <a:xfrm>
                <a:off x="4329245" y="2289732"/>
                <a:ext cx="55579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D6E3ADB-C3FC-2405-DEB6-CB2BC9B01E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9245" y="2289732"/>
                <a:ext cx="555793" cy="276999"/>
              </a:xfrm>
              <a:prstGeom prst="rect">
                <a:avLst/>
              </a:prstGeom>
              <a:blipFill>
                <a:blip r:embed="rId8"/>
                <a:stretch>
                  <a:fillRect l="-8889" r="-2222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146D06E-DFD2-5671-BAC4-BB9D597F5A68}"/>
                  </a:ext>
                </a:extLst>
              </p:cNvPr>
              <p:cNvSpPr txBox="1"/>
              <p:nvPr/>
            </p:nvSpPr>
            <p:spPr>
              <a:xfrm>
                <a:off x="5147181" y="2077068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146D06E-DFD2-5671-BAC4-BB9D597F5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7181" y="2077068"/>
                <a:ext cx="281552" cy="276999"/>
              </a:xfrm>
              <a:prstGeom prst="rect">
                <a:avLst/>
              </a:prstGeom>
              <a:blipFill>
                <a:blip r:embed="rId9"/>
                <a:stretch>
                  <a:fillRect l="-21739" r="-8696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Striped Right Arrow 63">
            <a:extLst>
              <a:ext uri="{FF2B5EF4-FFF2-40B4-BE49-F238E27FC236}">
                <a16:creationId xmlns:a16="http://schemas.microsoft.com/office/drawing/2014/main" id="{89D840FD-D9EE-C33F-ED8E-53A7D7C66E12}"/>
              </a:ext>
            </a:extLst>
          </p:cNvPr>
          <p:cNvSpPr/>
          <p:nvPr/>
        </p:nvSpPr>
        <p:spPr>
          <a:xfrm>
            <a:off x="1514166" y="2355337"/>
            <a:ext cx="585117" cy="14205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Striped Right Arrow 64">
            <a:extLst>
              <a:ext uri="{FF2B5EF4-FFF2-40B4-BE49-F238E27FC236}">
                <a16:creationId xmlns:a16="http://schemas.microsoft.com/office/drawing/2014/main" id="{59686BAC-87CA-92AB-2C70-57D46D1BB9F3}"/>
              </a:ext>
            </a:extLst>
          </p:cNvPr>
          <p:cNvSpPr/>
          <p:nvPr/>
        </p:nvSpPr>
        <p:spPr>
          <a:xfrm>
            <a:off x="6626943" y="2351945"/>
            <a:ext cx="585117" cy="14205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8A2958B-F7E0-8D43-1E37-2A7AC017332E}"/>
                  </a:ext>
                </a:extLst>
              </p:cNvPr>
              <p:cNvSpPr txBox="1"/>
              <p:nvPr/>
            </p:nvSpPr>
            <p:spPr>
              <a:xfrm>
                <a:off x="2197165" y="2260236"/>
                <a:ext cx="24519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8A2958B-F7E0-8D43-1E37-2A7AC01733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7165" y="2260236"/>
                <a:ext cx="245195" cy="276999"/>
              </a:xfrm>
              <a:prstGeom prst="rect">
                <a:avLst/>
              </a:prstGeom>
              <a:blipFill>
                <a:blip r:embed="rId10"/>
                <a:stretch>
                  <a:fillRect l="-19048" r="-4762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BFA971C-BA8E-FFB7-FA69-CA3EDE55367A}"/>
                  </a:ext>
                </a:extLst>
              </p:cNvPr>
              <p:cNvSpPr txBox="1"/>
              <p:nvPr/>
            </p:nvSpPr>
            <p:spPr>
              <a:xfrm>
                <a:off x="6344211" y="2284816"/>
                <a:ext cx="29527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BFA971C-BA8E-FFB7-FA69-CA3EDE5536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4211" y="2284816"/>
                <a:ext cx="295274" cy="276999"/>
              </a:xfrm>
              <a:prstGeom prst="rect">
                <a:avLst/>
              </a:prstGeom>
              <a:blipFill>
                <a:blip r:embed="rId11"/>
                <a:stretch>
                  <a:fillRect l="-16667" r="-4167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6B73C28D-92D6-29E9-997E-5CB7A6547EE9}"/>
              </a:ext>
            </a:extLst>
          </p:cNvPr>
          <p:cNvCxnSpPr>
            <a:cxnSpLocks/>
            <a:stCxn id="66" idx="3"/>
            <a:endCxn id="34" idx="1"/>
          </p:cNvCxnSpPr>
          <p:nvPr/>
        </p:nvCxnSpPr>
        <p:spPr>
          <a:xfrm>
            <a:off x="2442360" y="2398736"/>
            <a:ext cx="241504" cy="4916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D10E9B4-5A00-F415-559F-6BEB39870207}"/>
              </a:ext>
            </a:extLst>
          </p:cNvPr>
          <p:cNvCxnSpPr>
            <a:cxnSpLocks/>
            <a:stCxn id="40" idx="3"/>
            <a:endCxn id="68" idx="1"/>
          </p:cNvCxnSpPr>
          <p:nvPr/>
        </p:nvCxnSpPr>
        <p:spPr>
          <a:xfrm>
            <a:off x="6064674" y="2423316"/>
            <a:ext cx="279537" cy="0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A17FF63-9BFC-DDBE-6E67-B48CA90BBD94}"/>
                  </a:ext>
                </a:extLst>
              </p:cNvPr>
              <p:cNvSpPr txBox="1"/>
              <p:nvPr/>
            </p:nvSpPr>
            <p:spPr>
              <a:xfrm>
                <a:off x="2423637" y="2077068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A17FF63-9BFC-DDBE-6E67-B48CA90BB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3637" y="2077068"/>
                <a:ext cx="281552" cy="276999"/>
              </a:xfrm>
              <a:prstGeom prst="rect">
                <a:avLst/>
              </a:prstGeom>
              <a:blipFill>
                <a:blip r:embed="rId12"/>
                <a:stretch>
                  <a:fillRect l="-21739" r="-4348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EAC5CAB-5835-E0F9-D8FF-3ACA985C2E46}"/>
                  </a:ext>
                </a:extLst>
              </p:cNvPr>
              <p:cNvSpPr txBox="1"/>
              <p:nvPr/>
            </p:nvSpPr>
            <p:spPr>
              <a:xfrm>
                <a:off x="6066500" y="2077068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EAC5CAB-5835-E0F9-D8FF-3ACA985C2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6500" y="2077068"/>
                <a:ext cx="281552" cy="276999"/>
              </a:xfrm>
              <a:prstGeom prst="rect">
                <a:avLst/>
              </a:prstGeom>
              <a:blipFill>
                <a:blip r:embed="rId13"/>
                <a:stretch>
                  <a:fillRect l="-21739" r="-8696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C37FD6ED-B723-42FF-5B4E-CA928633D11D}"/>
              </a:ext>
            </a:extLst>
          </p:cNvPr>
          <p:cNvCxnSpPr>
            <a:cxnSpLocks/>
            <a:stCxn id="68" idx="2"/>
            <a:endCxn id="83" idx="0"/>
          </p:cNvCxnSpPr>
          <p:nvPr/>
        </p:nvCxnSpPr>
        <p:spPr>
          <a:xfrm>
            <a:off x="6491848" y="2561815"/>
            <a:ext cx="2623" cy="304293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333496A-DB0F-838C-DC04-9CC4FA4B87E1}"/>
                  </a:ext>
                </a:extLst>
              </p:cNvPr>
              <p:cNvSpPr txBox="1"/>
              <p:nvPr/>
            </p:nvSpPr>
            <p:spPr>
              <a:xfrm>
                <a:off x="6395886" y="2866108"/>
                <a:ext cx="1971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333496A-DB0F-838C-DC04-9CC4FA4B8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5886" y="2866108"/>
                <a:ext cx="197169" cy="276999"/>
              </a:xfrm>
              <a:prstGeom prst="rect">
                <a:avLst/>
              </a:prstGeom>
              <a:blipFill>
                <a:blip r:embed="rId14"/>
                <a:stretch>
                  <a:fillRect l="-35294" r="-29412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1EB25DCB-6FB6-E5A0-B790-6A52A16EE832}"/>
                  </a:ext>
                </a:extLst>
              </p:cNvPr>
              <p:cNvSpPr txBox="1"/>
              <p:nvPr/>
            </p:nvSpPr>
            <p:spPr>
              <a:xfrm>
                <a:off x="6553196" y="2534269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1EB25DCB-6FB6-E5A0-B790-6A52A16EE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196" y="2534269"/>
                <a:ext cx="281552" cy="276999"/>
              </a:xfrm>
              <a:prstGeom prst="rect">
                <a:avLst/>
              </a:prstGeom>
              <a:blipFill>
                <a:blip r:embed="rId15"/>
                <a:stretch>
                  <a:fillRect l="-21739" r="-4348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Title 85">
            <a:extLst>
              <a:ext uri="{FF2B5EF4-FFF2-40B4-BE49-F238E27FC236}">
                <a16:creationId xmlns:a16="http://schemas.microsoft.com/office/drawing/2014/main" id="{52A30558-4A7C-340E-B8A4-599A1D030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</a:t>
            </a:r>
          </a:p>
        </p:txBody>
      </p:sp>
    </p:spTree>
    <p:extLst>
      <p:ext uri="{BB962C8B-B14F-4D97-AF65-F5344CB8AC3E}">
        <p14:creationId xmlns:p14="http://schemas.microsoft.com/office/powerpoint/2010/main" val="1231347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5523B-A8E4-3B41-0DDC-0DDFD080B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</a:t>
            </a:r>
          </a:p>
        </p:txBody>
      </p:sp>
    </p:spTree>
    <p:extLst>
      <p:ext uri="{BB962C8B-B14F-4D97-AF65-F5344CB8AC3E}">
        <p14:creationId xmlns:p14="http://schemas.microsoft.com/office/powerpoint/2010/main" val="4275299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EEF1B70-F7ED-8B65-9902-89B4962A0593}"/>
              </a:ext>
            </a:extLst>
          </p:cNvPr>
          <p:cNvSpPr/>
          <p:nvPr/>
        </p:nvSpPr>
        <p:spPr>
          <a:xfrm>
            <a:off x="3595177" y="2423312"/>
            <a:ext cx="1361346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2C497F3-5450-199E-ADFE-23F06A623934}"/>
              </a:ext>
            </a:extLst>
          </p:cNvPr>
          <p:cNvCxnSpPr>
            <a:cxnSpLocks/>
            <a:stCxn id="54" idx="3"/>
            <a:endCxn id="40" idx="1"/>
          </p:cNvCxnSpPr>
          <p:nvPr/>
        </p:nvCxnSpPr>
        <p:spPr>
          <a:xfrm>
            <a:off x="4979423" y="2880516"/>
            <a:ext cx="736217" cy="732506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9E5A26B-0528-09FD-9CCE-29CDD10D9061}"/>
                  </a:ext>
                </a:extLst>
              </p:cNvPr>
              <p:cNvSpPr txBox="1"/>
              <p:nvPr/>
            </p:nvSpPr>
            <p:spPr>
              <a:xfrm>
                <a:off x="4048800" y="2470574"/>
                <a:ext cx="533608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600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9E5A26B-0528-09FD-9CCE-29CDD10D9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8800" y="2470574"/>
                <a:ext cx="533608" cy="246221"/>
              </a:xfrm>
              <a:prstGeom prst="rect">
                <a:avLst/>
              </a:prstGeom>
              <a:blipFill>
                <a:blip r:embed="rId2"/>
                <a:stretch>
                  <a:fillRect l="-9302" r="-1395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57212D3-2CD6-683B-E86A-9281C30FD144}"/>
                  </a:ext>
                </a:extLst>
              </p:cNvPr>
              <p:cNvSpPr txBox="1"/>
              <p:nvPr/>
            </p:nvSpPr>
            <p:spPr>
              <a:xfrm>
                <a:off x="2683864" y="3415526"/>
                <a:ext cx="27244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57212D3-2CD6-683B-E86A-9281C30FD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3864" y="3415526"/>
                <a:ext cx="272447" cy="276999"/>
              </a:xfrm>
              <a:prstGeom prst="rect">
                <a:avLst/>
              </a:prstGeom>
              <a:blipFill>
                <a:blip r:embed="rId3"/>
                <a:stretch>
                  <a:fillRect l="-18182" r="-4545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F28B733-4A15-FDFC-D69D-AF0020590042}"/>
                  </a:ext>
                </a:extLst>
              </p:cNvPr>
              <p:cNvSpPr txBox="1"/>
              <p:nvPr/>
            </p:nvSpPr>
            <p:spPr>
              <a:xfrm>
                <a:off x="3636070" y="2727268"/>
                <a:ext cx="60010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F28B733-4A15-FDFC-D69D-AF0020590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6070" y="2727268"/>
                <a:ext cx="600100" cy="276999"/>
              </a:xfrm>
              <a:prstGeom prst="rect">
                <a:avLst/>
              </a:prstGeom>
              <a:blipFill>
                <a:blip r:embed="rId4"/>
                <a:stretch>
                  <a:fillRect l="-8333" r="-2083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94E69BF-29BC-2F37-1F0C-D9F9D0A48382}"/>
              </a:ext>
            </a:extLst>
          </p:cNvPr>
          <p:cNvCxnSpPr>
            <a:cxnSpLocks/>
            <a:stCxn id="34" idx="3"/>
            <a:endCxn id="9" idx="1"/>
          </p:cNvCxnSpPr>
          <p:nvPr/>
        </p:nvCxnSpPr>
        <p:spPr>
          <a:xfrm flipV="1">
            <a:off x="2956311" y="2880512"/>
            <a:ext cx="638866" cy="673514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C45D2CA-7E84-A0D4-F174-D0DB4E03D65F}"/>
                  </a:ext>
                </a:extLst>
              </p:cNvPr>
              <p:cNvSpPr txBox="1"/>
              <p:nvPr/>
            </p:nvSpPr>
            <p:spPr>
              <a:xfrm>
                <a:off x="3018489" y="2902980"/>
                <a:ext cx="281552" cy="28225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C45D2CA-7E84-A0D4-F174-D0DB4E03D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8489" y="2902980"/>
                <a:ext cx="281552" cy="282257"/>
              </a:xfrm>
              <a:prstGeom prst="rect">
                <a:avLst/>
              </a:prstGeom>
              <a:blipFill>
                <a:blip r:embed="rId5"/>
                <a:stretch>
                  <a:fillRect l="-26087" t="-4167" r="-17391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B8FF12A-33AB-89CF-0DD8-A19072281315}"/>
                  </a:ext>
                </a:extLst>
              </p:cNvPr>
              <p:cNvSpPr txBox="1"/>
              <p:nvPr/>
            </p:nvSpPr>
            <p:spPr>
              <a:xfrm>
                <a:off x="5715640" y="3474522"/>
                <a:ext cx="349034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B8FF12A-33AB-89CF-0DD8-A190722813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640" y="3474522"/>
                <a:ext cx="349034" cy="276999"/>
              </a:xfrm>
              <a:prstGeom prst="rect">
                <a:avLst/>
              </a:prstGeom>
              <a:blipFill>
                <a:blip r:embed="rId6"/>
                <a:stretch>
                  <a:fillRect l="-14286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D6E3ADB-C3FC-2405-DEB6-CB2BC9B01E51}"/>
                  </a:ext>
                </a:extLst>
              </p:cNvPr>
              <p:cNvSpPr txBox="1"/>
              <p:nvPr/>
            </p:nvSpPr>
            <p:spPr>
              <a:xfrm>
                <a:off x="4329245" y="2742016"/>
                <a:ext cx="65017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D6E3ADB-C3FC-2405-DEB6-CB2BC9B01E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9245" y="2742016"/>
                <a:ext cx="650178" cy="276999"/>
              </a:xfrm>
              <a:prstGeom prst="rect">
                <a:avLst/>
              </a:prstGeom>
              <a:blipFill>
                <a:blip r:embed="rId7"/>
                <a:stretch>
                  <a:fillRect l="-7547" r="-1887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146D06E-DFD2-5671-BAC4-BB9D597F5A68}"/>
                  </a:ext>
                </a:extLst>
              </p:cNvPr>
              <p:cNvSpPr txBox="1"/>
              <p:nvPr/>
            </p:nvSpPr>
            <p:spPr>
              <a:xfrm>
                <a:off x="5373325" y="2853816"/>
                <a:ext cx="281552" cy="2836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146D06E-DFD2-5671-BAC4-BB9D597F5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3325" y="2853816"/>
                <a:ext cx="281552" cy="283667"/>
              </a:xfrm>
              <a:prstGeom prst="rect">
                <a:avLst/>
              </a:prstGeom>
              <a:blipFill>
                <a:blip r:embed="rId8"/>
                <a:stretch>
                  <a:fillRect l="-20833" r="-12500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Striped Right Arrow 63">
            <a:extLst>
              <a:ext uri="{FF2B5EF4-FFF2-40B4-BE49-F238E27FC236}">
                <a16:creationId xmlns:a16="http://schemas.microsoft.com/office/drawing/2014/main" id="{89D840FD-D9EE-C33F-ED8E-53A7D7C66E12}"/>
              </a:ext>
            </a:extLst>
          </p:cNvPr>
          <p:cNvSpPr/>
          <p:nvPr/>
        </p:nvSpPr>
        <p:spPr>
          <a:xfrm>
            <a:off x="1514166" y="3505711"/>
            <a:ext cx="585117" cy="14205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Striped Right Arrow 64">
            <a:extLst>
              <a:ext uri="{FF2B5EF4-FFF2-40B4-BE49-F238E27FC236}">
                <a16:creationId xmlns:a16="http://schemas.microsoft.com/office/drawing/2014/main" id="{59686BAC-87CA-92AB-2C70-57D46D1BB9F3}"/>
              </a:ext>
            </a:extLst>
          </p:cNvPr>
          <p:cNvSpPr/>
          <p:nvPr/>
        </p:nvSpPr>
        <p:spPr>
          <a:xfrm>
            <a:off x="6754763" y="3541651"/>
            <a:ext cx="585117" cy="14205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8A2958B-F7E0-8D43-1E37-2A7AC017332E}"/>
                  </a:ext>
                </a:extLst>
              </p:cNvPr>
              <p:cNvSpPr txBox="1"/>
              <p:nvPr/>
            </p:nvSpPr>
            <p:spPr>
              <a:xfrm>
                <a:off x="2197165" y="3410610"/>
                <a:ext cx="24519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8A2958B-F7E0-8D43-1E37-2A7AC01733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7165" y="3410610"/>
                <a:ext cx="245195" cy="276999"/>
              </a:xfrm>
              <a:prstGeom prst="rect">
                <a:avLst/>
              </a:prstGeom>
              <a:blipFill>
                <a:blip r:embed="rId9"/>
                <a:stretch>
                  <a:fillRect l="-19048" r="-4762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BFA971C-BA8E-FFB7-FA69-CA3EDE55367A}"/>
                  </a:ext>
                </a:extLst>
              </p:cNvPr>
              <p:cNvSpPr txBox="1"/>
              <p:nvPr/>
            </p:nvSpPr>
            <p:spPr>
              <a:xfrm>
                <a:off x="6344211" y="3474522"/>
                <a:ext cx="29527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BFA971C-BA8E-FFB7-FA69-CA3EDE5536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4211" y="3474522"/>
                <a:ext cx="295274" cy="276999"/>
              </a:xfrm>
              <a:prstGeom prst="rect">
                <a:avLst/>
              </a:prstGeom>
              <a:blipFill>
                <a:blip r:embed="rId10"/>
                <a:stretch>
                  <a:fillRect l="-16667" r="-4167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6B73C28D-92D6-29E9-997E-5CB7A6547EE9}"/>
              </a:ext>
            </a:extLst>
          </p:cNvPr>
          <p:cNvCxnSpPr>
            <a:cxnSpLocks/>
            <a:stCxn id="66" idx="3"/>
            <a:endCxn id="34" idx="1"/>
          </p:cNvCxnSpPr>
          <p:nvPr/>
        </p:nvCxnSpPr>
        <p:spPr>
          <a:xfrm>
            <a:off x="2442360" y="3549110"/>
            <a:ext cx="241504" cy="4916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D10E9B4-5A00-F415-559F-6BEB39870207}"/>
              </a:ext>
            </a:extLst>
          </p:cNvPr>
          <p:cNvCxnSpPr>
            <a:cxnSpLocks/>
            <a:stCxn id="40" idx="3"/>
            <a:endCxn id="68" idx="1"/>
          </p:cNvCxnSpPr>
          <p:nvPr/>
        </p:nvCxnSpPr>
        <p:spPr>
          <a:xfrm>
            <a:off x="6064674" y="3613022"/>
            <a:ext cx="279537" cy="0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A17FF63-9BFC-DDBE-6E67-B48CA90BBD94}"/>
                  </a:ext>
                </a:extLst>
              </p:cNvPr>
              <p:cNvSpPr txBox="1"/>
              <p:nvPr/>
            </p:nvSpPr>
            <p:spPr>
              <a:xfrm>
                <a:off x="2423637" y="3227442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A17FF63-9BFC-DDBE-6E67-B48CA90BB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3637" y="3227442"/>
                <a:ext cx="281552" cy="276999"/>
              </a:xfrm>
              <a:prstGeom prst="rect">
                <a:avLst/>
              </a:prstGeom>
              <a:blipFill>
                <a:blip r:embed="rId11"/>
                <a:stretch>
                  <a:fillRect l="-21739" r="-4348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EAC5CAB-5835-E0F9-D8FF-3ACA985C2E46}"/>
                  </a:ext>
                </a:extLst>
              </p:cNvPr>
              <p:cNvSpPr txBox="1"/>
              <p:nvPr/>
            </p:nvSpPr>
            <p:spPr>
              <a:xfrm>
                <a:off x="6066500" y="3266774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EAC5CAB-5835-E0F9-D8FF-3ACA985C2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6500" y="3266774"/>
                <a:ext cx="281552" cy="276999"/>
              </a:xfrm>
              <a:prstGeom prst="rect">
                <a:avLst/>
              </a:prstGeom>
              <a:blipFill>
                <a:blip r:embed="rId12"/>
                <a:stretch>
                  <a:fillRect l="-21739" r="-8696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C37FD6ED-B723-42FF-5B4E-CA928633D11D}"/>
              </a:ext>
            </a:extLst>
          </p:cNvPr>
          <p:cNvCxnSpPr>
            <a:cxnSpLocks/>
            <a:stCxn id="68" idx="2"/>
            <a:endCxn id="83" idx="0"/>
          </p:cNvCxnSpPr>
          <p:nvPr/>
        </p:nvCxnSpPr>
        <p:spPr>
          <a:xfrm>
            <a:off x="6491848" y="3751521"/>
            <a:ext cx="2623" cy="304293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333496A-DB0F-838C-DC04-9CC4FA4B87E1}"/>
                  </a:ext>
                </a:extLst>
              </p:cNvPr>
              <p:cNvSpPr txBox="1"/>
              <p:nvPr/>
            </p:nvSpPr>
            <p:spPr>
              <a:xfrm>
                <a:off x="6395886" y="4055814"/>
                <a:ext cx="1971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333496A-DB0F-838C-DC04-9CC4FA4B8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5886" y="4055814"/>
                <a:ext cx="197169" cy="276999"/>
              </a:xfrm>
              <a:prstGeom prst="rect">
                <a:avLst/>
              </a:prstGeom>
              <a:blipFill>
                <a:blip r:embed="rId13"/>
                <a:stretch>
                  <a:fillRect l="-35294" r="-29412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1EB25DCB-6FB6-E5A0-B790-6A52A16EE832}"/>
                  </a:ext>
                </a:extLst>
              </p:cNvPr>
              <p:cNvSpPr txBox="1"/>
              <p:nvPr/>
            </p:nvSpPr>
            <p:spPr>
              <a:xfrm>
                <a:off x="6553196" y="3723975"/>
                <a:ext cx="281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1EB25DCB-6FB6-E5A0-B790-6A52A16EE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196" y="3723975"/>
                <a:ext cx="281552" cy="276999"/>
              </a:xfrm>
              <a:prstGeom prst="rect">
                <a:avLst/>
              </a:prstGeom>
              <a:blipFill>
                <a:blip r:embed="rId14"/>
                <a:stretch>
                  <a:fillRect l="-21739" r="-4348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Title 85">
            <a:extLst>
              <a:ext uri="{FF2B5EF4-FFF2-40B4-BE49-F238E27FC236}">
                <a16:creationId xmlns:a16="http://schemas.microsoft.com/office/drawing/2014/main" id="{52A30558-4A7C-340E-B8A4-599A1D030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Fork-Join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DAC947B-86BB-4773-5341-D1C3A5D55604}"/>
              </a:ext>
            </a:extLst>
          </p:cNvPr>
          <p:cNvSpPr/>
          <p:nvPr/>
        </p:nvSpPr>
        <p:spPr>
          <a:xfrm>
            <a:off x="3590260" y="3844074"/>
            <a:ext cx="1361346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5C3B2DD-31B9-9E6D-CC0B-33EC85B6777B}"/>
                  </a:ext>
                </a:extLst>
              </p:cNvPr>
              <p:cNvSpPr txBox="1"/>
              <p:nvPr/>
            </p:nvSpPr>
            <p:spPr>
              <a:xfrm>
                <a:off x="4043883" y="3891336"/>
                <a:ext cx="540340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600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5C3B2DD-31B9-9E6D-CC0B-33EC85B67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883" y="3891336"/>
                <a:ext cx="540340" cy="246221"/>
              </a:xfrm>
              <a:prstGeom prst="rect">
                <a:avLst/>
              </a:prstGeom>
              <a:blipFill>
                <a:blip r:embed="rId15"/>
                <a:stretch>
                  <a:fillRect l="-9302" r="-13953"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88C7885D-72B5-BA4C-D147-3FE58E0AE428}"/>
                  </a:ext>
                </a:extLst>
              </p:cNvPr>
              <p:cNvSpPr txBox="1"/>
              <p:nvPr/>
            </p:nvSpPr>
            <p:spPr>
              <a:xfrm>
                <a:off x="3631153" y="4148030"/>
                <a:ext cx="60728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88C7885D-72B5-BA4C-D147-3FE58E0AE4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1153" y="4148030"/>
                <a:ext cx="607281" cy="276999"/>
              </a:xfrm>
              <a:prstGeom prst="rect">
                <a:avLst/>
              </a:prstGeom>
              <a:blipFill>
                <a:blip r:embed="rId16"/>
                <a:stretch>
                  <a:fillRect l="-10417" r="-2083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09183DA1-6364-F35C-46DB-D1C138DCDDA1}"/>
                  </a:ext>
                </a:extLst>
              </p:cNvPr>
              <p:cNvSpPr txBox="1"/>
              <p:nvPr/>
            </p:nvSpPr>
            <p:spPr>
              <a:xfrm>
                <a:off x="4324328" y="4162778"/>
                <a:ext cx="6573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09183DA1-6364-F35C-46DB-D1C138DCD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4328" y="4162778"/>
                <a:ext cx="657359" cy="276999"/>
              </a:xfrm>
              <a:prstGeom prst="rect">
                <a:avLst/>
              </a:prstGeom>
              <a:blipFill>
                <a:blip r:embed="rId17"/>
                <a:stretch>
                  <a:fillRect l="-7547" r="-1887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368B1C18-C27E-F3E2-DB68-01E3D2FBEA9B}"/>
              </a:ext>
            </a:extLst>
          </p:cNvPr>
          <p:cNvCxnSpPr>
            <a:cxnSpLocks/>
            <a:stCxn id="34" idx="3"/>
            <a:endCxn id="88" idx="1"/>
          </p:cNvCxnSpPr>
          <p:nvPr/>
        </p:nvCxnSpPr>
        <p:spPr>
          <a:xfrm>
            <a:off x="2956311" y="3554026"/>
            <a:ext cx="633949" cy="747248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C460A637-B205-D2DF-34B6-BBD86031CE3C}"/>
                  </a:ext>
                </a:extLst>
              </p:cNvPr>
              <p:cNvSpPr txBox="1"/>
              <p:nvPr/>
            </p:nvSpPr>
            <p:spPr>
              <a:xfrm>
                <a:off x="3003739" y="4048440"/>
                <a:ext cx="281552" cy="2808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C460A637-B205-D2DF-34B6-BBD86031CE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3739" y="4048440"/>
                <a:ext cx="281552" cy="280846"/>
              </a:xfrm>
              <a:prstGeom prst="rect">
                <a:avLst/>
              </a:prstGeom>
              <a:blipFill>
                <a:blip r:embed="rId18"/>
                <a:stretch>
                  <a:fillRect l="-26087" r="-13043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1622531B-AE69-090E-54B0-9F56EAEBBCD9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4981687" y="3723975"/>
            <a:ext cx="718466" cy="577303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85FB74B0-116C-7ECB-1600-0C612BE3F084}"/>
                  </a:ext>
                </a:extLst>
              </p:cNvPr>
              <p:cNvSpPr txBox="1"/>
              <p:nvPr/>
            </p:nvSpPr>
            <p:spPr>
              <a:xfrm>
                <a:off x="5388072" y="4077934"/>
                <a:ext cx="281552" cy="2836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85FB74B0-116C-7ECB-1600-0C612BE3F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8072" y="4077934"/>
                <a:ext cx="281552" cy="283667"/>
              </a:xfrm>
              <a:prstGeom prst="rect">
                <a:avLst/>
              </a:prstGeom>
              <a:blipFill>
                <a:blip r:embed="rId19"/>
                <a:stretch>
                  <a:fillRect l="-26087" r="-8696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0857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23666</TotalTime>
  <Words>688</Words>
  <Application>Microsoft Macintosh PowerPoint</Application>
  <PresentationFormat>Widescreen</PresentationFormat>
  <Paragraphs>206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Cambria Math</vt:lpstr>
      <vt:lpstr>Courier New</vt:lpstr>
      <vt:lpstr>Office Theme</vt:lpstr>
      <vt:lpstr>Network Approximations Figures</vt:lpstr>
      <vt:lpstr>PowerPoint Presentation</vt:lpstr>
      <vt:lpstr>PowerPoint Presentation</vt:lpstr>
      <vt:lpstr>PowerPoint Presentation</vt:lpstr>
      <vt:lpstr>PowerPoint Presentation</vt:lpstr>
      <vt:lpstr>Branchjoin</vt:lpstr>
      <vt:lpstr>Herbert’s Network 1</vt:lpstr>
      <vt:lpstr>Branch Jacobian</vt:lpstr>
      <vt:lpstr>Join Jacobian</vt:lpstr>
      <vt:lpstr>Sequential Pathway</vt:lpstr>
      <vt:lpstr>Loop</vt:lpstr>
      <vt:lpstr>BACKUP</vt:lpstr>
      <vt:lpstr>Fork-Join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Approximations Figures</dc:title>
  <dc:creator>Joseph Hellerstein</dc:creator>
  <cp:lastModifiedBy>Joseph Hellerstein</cp:lastModifiedBy>
  <cp:revision>116</cp:revision>
  <cp:lastPrinted>2026-03-03T23:30:08Z</cp:lastPrinted>
  <dcterms:created xsi:type="dcterms:W3CDTF">2024-01-02T17:32:24Z</dcterms:created>
  <dcterms:modified xsi:type="dcterms:W3CDTF">2026-03-03T23:40:01Z</dcterms:modified>
</cp:coreProperties>
</file>